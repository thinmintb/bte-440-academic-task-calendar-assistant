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3.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Lst>
  <p:notesMasterIdLst>
    <p:notesMasterId r:id="rId5"/>
  </p:notesMasterIdLst>
  <p:sldIdLst>
    <p:sldId id="257" r:id="rId7"/>
    <p:sldId id="258" r:id="rId8"/>
    <p:sldId id="259" r:id="rId9"/>
    <p:sldId id="260" r:id="rId10"/>
    <p:sldId id="261" r:id="rId11"/>
    <p:sldId id="262" r:id="rId12"/>
    <p:sldId id="263" r:id="rId13"/>
    <p:sldId id="267" r:id="rId17"/>
    <p:sldId id="268" r:id="rId18"/>
    <p:sldId id="269" r:id="rId19"/>
    <p:sldId id="270" r:id="rId20"/>
    <p:sldId id="271" r:id="rId21"/>
    <p:sldId id="272" r:id="rId22"/>
    <p:sldId id="274" r:id="rId24"/>
  </p:sldIdLst>
  <p:sldSz cy="5143500" cx="9144000"/>
  <p:notesSz cx="6858000" cy="9144000"/>
  <p:embeddedFontLst>
    <p:embeddedFont>
      <p:font typeface="Lato"/>
      <p:regular r:id="rId25"/>
      <p:bold r:id="rId26"/>
      <p:italic r:id="rId27"/>
      <p:boldItalic r:id="rId28"/>
    </p:embeddedFont>
    <p:embeddedFont>
      <p:font typeface="Open Sans Light"/>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FB5528-57D5-4D32-A38A-7DBB84520553}">
  <a:tblStyle styleId="{65FB5528-57D5-4D32-A38A-7DBB8452055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29" Type="http://schemas.openxmlformats.org/officeDocument/2006/relationships/font" Target="fonts/OpenSa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Light-italic.fntdata"/><Relationship Id="rId30" Type="http://schemas.openxmlformats.org/officeDocument/2006/relationships/font" Target="fonts/OpenSansLight-bold.fntdata"/><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font" Target="fonts/OpenSansLight-boldItalic.fntdata"/><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36" Type="http://schemas.openxmlformats.org/officeDocument/2006/relationships/font" Target="fonts/OpenSans-boldItalic.fntdata"/><Relationship Id="rId17" Type="http://schemas.openxmlformats.org/officeDocument/2006/relationships/slide" Target="slides/slide12.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8996625ea0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8996625ea0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81db40db26_0_2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81db40db26_0_2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Students and professionals struggle to manage deadlines, assignments, and meetings across multiple platforms, leading to missed deadlines, inefficient time management, and reduced productivity. Most current tools only store information but do not help users prioritize tasks or anticipate workload conflicts. This results in decision fatigue, increased stress, and lower efficiency in both academic and business environments.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9411a9c1f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9411a9c1f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9411a9c1f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9411a9c1f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94121bd0c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94121bd0c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94121bd0c5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94121bd0c5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919cb73d27_3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919cb73d27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94121bd0c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94121bd0c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94121bd0c5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94121bd0c5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94121bd0c5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94121bd0c5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94121bd0c5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94121bd0c5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94121bd0c5_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94121bd0c5_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94121bd0c5_4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94121bd0c5_4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94121bd0c5_4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94121bd0c5_4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s://slack-redir.net/link?url=https%3A%2F%2Fwww.freepik.com%2F"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343700" y="3544001"/>
            <a:ext cx="7462525" cy="1760225"/>
          </a:xfrm>
          <a:custGeom>
            <a:rect b="b" l="l" r="r" t="t"/>
            <a:pathLst>
              <a:path extrusionOk="0" h="70409" w="298501">
                <a:moveTo>
                  <a:pt x="294545" y="2687"/>
                </a:moveTo>
                <a:cubicBezTo>
                  <a:pt x="286862" y="4360"/>
                  <a:pt x="267050" y="14527"/>
                  <a:pt x="249206" y="16419"/>
                </a:cubicBezTo>
                <a:cubicBezTo>
                  <a:pt x="231363" y="18312"/>
                  <a:pt x="205899" y="13778"/>
                  <a:pt x="187484" y="14042"/>
                </a:cubicBezTo>
                <a:cubicBezTo>
                  <a:pt x="169069" y="14306"/>
                  <a:pt x="155798" y="13470"/>
                  <a:pt x="138716" y="18003"/>
                </a:cubicBezTo>
                <a:cubicBezTo>
                  <a:pt x="121635" y="22536"/>
                  <a:pt x="99410" y="37452"/>
                  <a:pt x="84995" y="41241"/>
                </a:cubicBezTo>
                <a:cubicBezTo>
                  <a:pt x="70581" y="45030"/>
                  <a:pt x="61754" y="40061"/>
                  <a:pt x="52229" y="40739"/>
                </a:cubicBezTo>
                <a:cubicBezTo>
                  <a:pt x="42704" y="41417"/>
                  <a:pt x="35402" y="41530"/>
                  <a:pt x="27845" y="45311"/>
                </a:cubicBezTo>
                <a:cubicBezTo>
                  <a:pt x="20289" y="49092"/>
                  <a:pt x="10510" y="59550"/>
                  <a:pt x="6890" y="63423"/>
                </a:cubicBezTo>
                <a:cubicBezTo>
                  <a:pt x="3271" y="67297"/>
                  <a:pt x="-6191" y="67936"/>
                  <a:pt x="6128" y="68552"/>
                </a:cubicBezTo>
                <a:cubicBezTo>
                  <a:pt x="18447" y="69168"/>
                  <a:pt x="46959" y="67139"/>
                  <a:pt x="80804" y="67120"/>
                </a:cubicBezTo>
                <a:cubicBezTo>
                  <a:pt x="114650" y="67102"/>
                  <a:pt x="176054" y="68265"/>
                  <a:pt x="209201" y="68441"/>
                </a:cubicBezTo>
                <a:cubicBezTo>
                  <a:pt x="242348" y="68617"/>
                  <a:pt x="266732" y="68749"/>
                  <a:pt x="279686" y="68177"/>
                </a:cubicBezTo>
                <a:cubicBezTo>
                  <a:pt x="292640" y="67605"/>
                  <a:pt x="284322" y="75307"/>
                  <a:pt x="286925" y="65008"/>
                </a:cubicBezTo>
                <a:cubicBezTo>
                  <a:pt x="289529" y="54709"/>
                  <a:pt x="294037" y="16771"/>
                  <a:pt x="295307" y="6384"/>
                </a:cubicBezTo>
                <a:cubicBezTo>
                  <a:pt x="296577" y="-4003"/>
                  <a:pt x="302229" y="1015"/>
                  <a:pt x="294545" y="2687"/>
                </a:cubicBezTo>
                <a:close/>
              </a:path>
            </a:pathLst>
          </a:custGeom>
          <a:solidFill>
            <a:schemeClr val="lt2"/>
          </a:solidFill>
          <a:ln>
            <a:noFill/>
          </a:ln>
        </p:spPr>
      </p:sp>
      <p:sp>
        <p:nvSpPr>
          <p:cNvPr id="10" name="Google Shape;10;p2"/>
          <p:cNvSpPr txBox="1"/>
          <p:nvPr>
            <p:ph type="ctrTitle"/>
          </p:nvPr>
        </p:nvSpPr>
        <p:spPr>
          <a:xfrm>
            <a:off x="714375" y="542925"/>
            <a:ext cx="3857700" cy="2314500"/>
          </a:xfrm>
          <a:prstGeom prst="rect">
            <a:avLst/>
          </a:prstGeom>
        </p:spPr>
        <p:txBody>
          <a:bodyPr anchorCtr="0" anchor="ctr" bIns="91425" lIns="91425" spcFirstLastPara="1" rIns="91425" wrap="square" tIns="91425">
            <a:noAutofit/>
          </a:bodyPr>
          <a:lstStyle>
            <a:lvl1pPr lvl="0">
              <a:spcBef>
                <a:spcPts val="0"/>
              </a:spcBef>
              <a:spcAft>
                <a:spcPts val="0"/>
              </a:spcAft>
              <a:buSzPts val="8000"/>
              <a:buFont typeface="Fjalla One"/>
              <a:buNone/>
              <a:defRPr b="1" sz="5000">
                <a:solidFill>
                  <a:srgbClr val="000000"/>
                </a:solidFill>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714375" y="3057525"/>
            <a:ext cx="2505000" cy="6288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1600"/>
              <a:buFont typeface="Open Sans"/>
              <a:buNone/>
              <a:defRPr sz="1800">
                <a:solidFill>
                  <a:schemeClr val="dk1"/>
                </a:solidFill>
                <a:latin typeface="Open Sans"/>
                <a:ea typeface="Open Sans"/>
                <a:cs typeface="Open Sans"/>
                <a:sym typeface="Open Sans"/>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2" name="Google Shape;12;p2"/>
          <p:cNvSpPr/>
          <p:nvPr/>
        </p:nvSpPr>
        <p:spPr>
          <a:xfrm>
            <a:off x="4887200" y="1390650"/>
            <a:ext cx="5487975" cy="375291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rgbClr val="74A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367200"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79975" y="3643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059250" y="2095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020650" y="48683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887675" y="20002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8937125" y="2049650"/>
            <a:ext cx="91500" cy="915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421450" y="7429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
          <p:cNvSpPr txBox="1"/>
          <p:nvPr>
            <p:ph hasCustomPrompt="1" type="title"/>
          </p:nvPr>
        </p:nvSpPr>
        <p:spPr>
          <a:xfrm>
            <a:off x="4101750" y="1422036"/>
            <a:ext cx="9405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0000"/>
              <a:buNone/>
              <a:defRPr b="1" sz="8000">
                <a:solidFill>
                  <a:schemeClr val="dk2"/>
                </a:solidFill>
                <a:latin typeface="Lato"/>
                <a:ea typeface="Lato"/>
                <a:cs typeface="Lato"/>
                <a:sym typeface="Lato"/>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2" name="Google Shape;22;p3"/>
          <p:cNvSpPr txBox="1"/>
          <p:nvPr>
            <p:ph idx="1" type="subTitle"/>
          </p:nvPr>
        </p:nvSpPr>
        <p:spPr>
          <a:xfrm>
            <a:off x="2060100" y="3277764"/>
            <a:ext cx="5023800" cy="4437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None/>
              <a:defRPr sz="1600">
                <a:solidFill>
                  <a:schemeClr val="dk1"/>
                </a:solidFill>
                <a:latin typeface="Open Sans"/>
                <a:ea typeface="Open Sans"/>
                <a:cs typeface="Open Sans"/>
                <a:sym typeface="Open Sans"/>
              </a:defRPr>
            </a:lvl1pPr>
            <a:lvl2pPr lvl="1" algn="ctr">
              <a:spcBef>
                <a:spcPts val="0"/>
              </a:spcBef>
              <a:spcAft>
                <a:spcPts val="0"/>
              </a:spcAft>
              <a:buNone/>
              <a:defRPr sz="1600">
                <a:solidFill>
                  <a:schemeClr val="dk1"/>
                </a:solidFill>
                <a:latin typeface="Open Sans"/>
                <a:ea typeface="Open Sans"/>
                <a:cs typeface="Open Sans"/>
                <a:sym typeface="Open Sans"/>
              </a:defRPr>
            </a:lvl2pPr>
            <a:lvl3pPr lvl="2" algn="ctr">
              <a:spcBef>
                <a:spcPts val="0"/>
              </a:spcBef>
              <a:spcAft>
                <a:spcPts val="0"/>
              </a:spcAft>
              <a:buNone/>
              <a:defRPr sz="1600">
                <a:solidFill>
                  <a:schemeClr val="dk1"/>
                </a:solidFill>
                <a:latin typeface="Open Sans"/>
                <a:ea typeface="Open Sans"/>
                <a:cs typeface="Open Sans"/>
                <a:sym typeface="Open Sans"/>
              </a:defRPr>
            </a:lvl3pPr>
            <a:lvl4pPr lvl="3" algn="ctr">
              <a:spcBef>
                <a:spcPts val="0"/>
              </a:spcBef>
              <a:spcAft>
                <a:spcPts val="0"/>
              </a:spcAft>
              <a:buNone/>
              <a:defRPr sz="1600">
                <a:solidFill>
                  <a:schemeClr val="dk1"/>
                </a:solidFill>
                <a:latin typeface="Open Sans"/>
                <a:ea typeface="Open Sans"/>
                <a:cs typeface="Open Sans"/>
                <a:sym typeface="Open Sans"/>
              </a:defRPr>
            </a:lvl4pPr>
            <a:lvl5pPr lvl="4" algn="ctr">
              <a:spcBef>
                <a:spcPts val="0"/>
              </a:spcBef>
              <a:spcAft>
                <a:spcPts val="0"/>
              </a:spcAft>
              <a:buNone/>
              <a:defRPr sz="1600">
                <a:solidFill>
                  <a:schemeClr val="dk1"/>
                </a:solidFill>
                <a:latin typeface="Open Sans"/>
                <a:ea typeface="Open Sans"/>
                <a:cs typeface="Open Sans"/>
                <a:sym typeface="Open Sans"/>
              </a:defRPr>
            </a:lvl5pPr>
            <a:lvl6pPr lvl="5" algn="ctr">
              <a:spcBef>
                <a:spcPts val="0"/>
              </a:spcBef>
              <a:spcAft>
                <a:spcPts val="0"/>
              </a:spcAft>
              <a:buNone/>
              <a:defRPr sz="1600">
                <a:solidFill>
                  <a:schemeClr val="dk1"/>
                </a:solidFill>
                <a:latin typeface="Open Sans"/>
                <a:ea typeface="Open Sans"/>
                <a:cs typeface="Open Sans"/>
                <a:sym typeface="Open Sans"/>
              </a:defRPr>
            </a:lvl6pPr>
            <a:lvl7pPr lvl="6" algn="ctr">
              <a:spcBef>
                <a:spcPts val="0"/>
              </a:spcBef>
              <a:spcAft>
                <a:spcPts val="0"/>
              </a:spcAft>
              <a:buNone/>
              <a:defRPr sz="1600">
                <a:solidFill>
                  <a:schemeClr val="dk1"/>
                </a:solidFill>
                <a:latin typeface="Open Sans"/>
                <a:ea typeface="Open Sans"/>
                <a:cs typeface="Open Sans"/>
                <a:sym typeface="Open Sans"/>
              </a:defRPr>
            </a:lvl7pPr>
            <a:lvl8pPr lvl="7" algn="ctr">
              <a:spcBef>
                <a:spcPts val="0"/>
              </a:spcBef>
              <a:spcAft>
                <a:spcPts val="0"/>
              </a:spcAft>
              <a:buNone/>
              <a:defRPr sz="1600">
                <a:solidFill>
                  <a:schemeClr val="dk1"/>
                </a:solidFill>
                <a:latin typeface="Open Sans"/>
                <a:ea typeface="Open Sans"/>
                <a:cs typeface="Open Sans"/>
                <a:sym typeface="Open Sans"/>
              </a:defRPr>
            </a:lvl8pPr>
            <a:lvl9pPr lvl="8" algn="ctr">
              <a:spcBef>
                <a:spcPts val="0"/>
              </a:spcBef>
              <a:spcAft>
                <a:spcPts val="0"/>
              </a:spcAft>
              <a:buNone/>
              <a:defRPr sz="1600">
                <a:solidFill>
                  <a:schemeClr val="dk1"/>
                </a:solidFill>
                <a:latin typeface="Open Sans"/>
                <a:ea typeface="Open Sans"/>
                <a:cs typeface="Open Sans"/>
                <a:sym typeface="Open Sans"/>
              </a:defRPr>
            </a:lvl9pPr>
          </a:lstStyle>
          <a:p/>
        </p:txBody>
      </p:sp>
      <p:sp>
        <p:nvSpPr>
          <p:cNvPr id="23" name="Google Shape;23;p3"/>
          <p:cNvSpPr/>
          <p:nvPr/>
        </p:nvSpPr>
        <p:spPr>
          <a:xfrm>
            <a:off x="1351425" y="7322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2912650" y="-656804"/>
            <a:ext cx="7462525" cy="1760225"/>
          </a:xfrm>
          <a:custGeom>
            <a:rect b="b" l="l" r="r" t="t"/>
            <a:pathLst>
              <a:path extrusionOk="0" h="70409" w="298501">
                <a:moveTo>
                  <a:pt x="294545" y="2687"/>
                </a:moveTo>
                <a:cubicBezTo>
                  <a:pt x="286862" y="4360"/>
                  <a:pt x="267050" y="14527"/>
                  <a:pt x="249206" y="16419"/>
                </a:cubicBezTo>
                <a:cubicBezTo>
                  <a:pt x="231363" y="18312"/>
                  <a:pt x="205899" y="13778"/>
                  <a:pt x="187484" y="14042"/>
                </a:cubicBezTo>
                <a:cubicBezTo>
                  <a:pt x="169069" y="14306"/>
                  <a:pt x="155798" y="13470"/>
                  <a:pt x="138716" y="18003"/>
                </a:cubicBezTo>
                <a:cubicBezTo>
                  <a:pt x="121635" y="22536"/>
                  <a:pt x="99410" y="37452"/>
                  <a:pt x="84995" y="41241"/>
                </a:cubicBezTo>
                <a:cubicBezTo>
                  <a:pt x="70581" y="45030"/>
                  <a:pt x="61754" y="40061"/>
                  <a:pt x="52229" y="40739"/>
                </a:cubicBezTo>
                <a:cubicBezTo>
                  <a:pt x="42704" y="41417"/>
                  <a:pt x="35402" y="41530"/>
                  <a:pt x="27845" y="45311"/>
                </a:cubicBezTo>
                <a:cubicBezTo>
                  <a:pt x="20289" y="49092"/>
                  <a:pt x="10510" y="59550"/>
                  <a:pt x="6890" y="63423"/>
                </a:cubicBezTo>
                <a:cubicBezTo>
                  <a:pt x="3271" y="67297"/>
                  <a:pt x="-6191" y="67936"/>
                  <a:pt x="6128" y="68552"/>
                </a:cubicBezTo>
                <a:cubicBezTo>
                  <a:pt x="18447" y="69168"/>
                  <a:pt x="46959" y="67139"/>
                  <a:pt x="80804" y="67120"/>
                </a:cubicBezTo>
                <a:cubicBezTo>
                  <a:pt x="114650" y="67102"/>
                  <a:pt x="176054" y="68265"/>
                  <a:pt x="209201" y="68441"/>
                </a:cubicBezTo>
                <a:cubicBezTo>
                  <a:pt x="242348" y="68617"/>
                  <a:pt x="266732" y="68749"/>
                  <a:pt x="279686" y="68177"/>
                </a:cubicBezTo>
                <a:cubicBezTo>
                  <a:pt x="292640" y="67605"/>
                  <a:pt x="284322" y="75307"/>
                  <a:pt x="286925" y="65008"/>
                </a:cubicBezTo>
                <a:cubicBezTo>
                  <a:pt x="289529" y="54709"/>
                  <a:pt x="294037" y="16771"/>
                  <a:pt x="295307" y="6384"/>
                </a:cubicBezTo>
                <a:cubicBezTo>
                  <a:pt x="296577" y="-4003"/>
                  <a:pt x="302229" y="1015"/>
                  <a:pt x="294545" y="2687"/>
                </a:cubicBezTo>
                <a:close/>
              </a:path>
            </a:pathLst>
          </a:custGeom>
          <a:solidFill>
            <a:schemeClr val="lt2"/>
          </a:solidFill>
          <a:ln>
            <a:noFill/>
          </a:ln>
        </p:spPr>
      </p:sp>
      <p:sp>
        <p:nvSpPr>
          <p:cNvPr id="25" name="Google Shape;25;p3"/>
          <p:cNvSpPr/>
          <p:nvPr/>
        </p:nvSpPr>
        <p:spPr>
          <a:xfrm rot="10800000">
            <a:off x="-343700" y="-496147"/>
            <a:ext cx="5487975" cy="375291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rgbClr val="74A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10800000">
            <a:off x="-242615"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027200" y="29893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291000"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3185838" y="104775"/>
            <a:ext cx="91500" cy="915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5042250" y="49395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7716600" y="9715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878650" y="29641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2151600" y="43947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1421925" y="1549513"/>
            <a:ext cx="91500" cy="915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txBox="1"/>
          <p:nvPr>
            <p:ph idx="2" type="title"/>
          </p:nvPr>
        </p:nvSpPr>
        <p:spPr>
          <a:xfrm>
            <a:off x="2220750" y="2538286"/>
            <a:ext cx="4702500" cy="64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None/>
              <a:defRPr b="1" sz="40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 name="Shape 36"/>
        <p:cNvGrpSpPr/>
        <p:nvPr/>
      </p:nvGrpSpPr>
      <p:grpSpPr>
        <a:xfrm>
          <a:off x="0" y="0"/>
          <a:ext cx="0" cy="0"/>
          <a:chOff x="0" y="0"/>
          <a:chExt cx="0" cy="0"/>
        </a:xfrm>
      </p:grpSpPr>
      <p:sp>
        <p:nvSpPr>
          <p:cNvPr id="37" name="Google Shape;37;p4"/>
          <p:cNvSpPr txBox="1"/>
          <p:nvPr>
            <p:ph type="title"/>
          </p:nvPr>
        </p:nvSpPr>
        <p:spPr>
          <a:xfrm>
            <a:off x="715800" y="542925"/>
            <a:ext cx="7712400" cy="457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300"/>
              <a:buNone/>
              <a:defRPr b="1" sz="2800">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4"/>
          <p:cNvSpPr txBox="1"/>
          <p:nvPr>
            <p:ph idx="1" type="body"/>
          </p:nvPr>
        </p:nvSpPr>
        <p:spPr>
          <a:xfrm>
            <a:off x="717175" y="2054399"/>
            <a:ext cx="3852000" cy="1459200"/>
          </a:xfrm>
          <a:prstGeom prst="rect">
            <a:avLst/>
          </a:prstGeom>
          <a:noFill/>
          <a:ln>
            <a:noFill/>
          </a:ln>
        </p:spPr>
        <p:txBody>
          <a:bodyPr anchorCtr="0" anchor="ctr"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indent="-317500" lvl="1" marL="9144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39" name="Google Shape;39;p4"/>
          <p:cNvSpPr/>
          <p:nvPr/>
        </p:nvSpPr>
        <p:spPr>
          <a:xfrm flipH="1">
            <a:off x="-642606" y="33322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114857" y="42477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8854439">
            <a:off x="6161744" y="-1328205"/>
            <a:ext cx="4270960" cy="2334337"/>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804963" y="2381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5166075" y="35136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211900" y="7257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287100" y="37936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2037300" y="46005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974250" y="14925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bg>
      <p:bgPr>
        <a:solidFill>
          <a:schemeClr val="lt1"/>
        </a:solidFill>
      </p:bgPr>
    </p:bg>
    <p:spTree>
      <p:nvGrpSpPr>
        <p:cNvPr id="48" name="Shape 48"/>
        <p:cNvGrpSpPr/>
        <p:nvPr/>
      </p:nvGrpSpPr>
      <p:grpSpPr>
        <a:xfrm>
          <a:off x="0" y="0"/>
          <a:ext cx="0" cy="0"/>
          <a:chOff x="0" y="0"/>
          <a:chExt cx="0" cy="0"/>
        </a:xfrm>
      </p:grpSpPr>
      <p:sp>
        <p:nvSpPr>
          <p:cNvPr id="49" name="Google Shape;49;p5"/>
          <p:cNvSpPr txBox="1"/>
          <p:nvPr>
            <p:ph type="title"/>
          </p:nvPr>
        </p:nvSpPr>
        <p:spPr>
          <a:xfrm flipH="1">
            <a:off x="5462601" y="1174414"/>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latin typeface="Lato"/>
                <a:ea typeface="Lato"/>
                <a:cs typeface="Lato"/>
                <a:sym typeface="Lato"/>
              </a:defRPr>
            </a:lvl1pPr>
            <a:lvl2pPr lvl="1" rtl="0" algn="ctr">
              <a:spcBef>
                <a:spcPts val="0"/>
              </a:spcBef>
              <a:spcAft>
                <a:spcPts val="0"/>
              </a:spcAft>
              <a:buNone/>
              <a:defRPr b="1" sz="2000">
                <a:latin typeface="Lato"/>
                <a:ea typeface="Lato"/>
                <a:cs typeface="Lato"/>
                <a:sym typeface="Lato"/>
              </a:defRPr>
            </a:lvl2pPr>
            <a:lvl3pPr lvl="2" rtl="0" algn="ctr">
              <a:spcBef>
                <a:spcPts val="0"/>
              </a:spcBef>
              <a:spcAft>
                <a:spcPts val="0"/>
              </a:spcAft>
              <a:buNone/>
              <a:defRPr b="1" sz="2000">
                <a:latin typeface="Lato"/>
                <a:ea typeface="Lato"/>
                <a:cs typeface="Lato"/>
                <a:sym typeface="Lato"/>
              </a:defRPr>
            </a:lvl3pPr>
            <a:lvl4pPr lvl="3" rtl="0" algn="ctr">
              <a:spcBef>
                <a:spcPts val="0"/>
              </a:spcBef>
              <a:spcAft>
                <a:spcPts val="0"/>
              </a:spcAft>
              <a:buNone/>
              <a:defRPr b="1" sz="2000">
                <a:latin typeface="Lato"/>
                <a:ea typeface="Lato"/>
                <a:cs typeface="Lato"/>
                <a:sym typeface="Lato"/>
              </a:defRPr>
            </a:lvl4pPr>
            <a:lvl5pPr lvl="4" rtl="0" algn="ctr">
              <a:spcBef>
                <a:spcPts val="0"/>
              </a:spcBef>
              <a:spcAft>
                <a:spcPts val="0"/>
              </a:spcAft>
              <a:buNone/>
              <a:defRPr b="1" sz="2000">
                <a:latin typeface="Lato"/>
                <a:ea typeface="Lato"/>
                <a:cs typeface="Lato"/>
                <a:sym typeface="Lato"/>
              </a:defRPr>
            </a:lvl5pPr>
            <a:lvl6pPr lvl="5" rtl="0" algn="ctr">
              <a:spcBef>
                <a:spcPts val="0"/>
              </a:spcBef>
              <a:spcAft>
                <a:spcPts val="0"/>
              </a:spcAft>
              <a:buNone/>
              <a:defRPr b="1" sz="2000">
                <a:latin typeface="Lato"/>
                <a:ea typeface="Lato"/>
                <a:cs typeface="Lato"/>
                <a:sym typeface="Lato"/>
              </a:defRPr>
            </a:lvl6pPr>
            <a:lvl7pPr lvl="6" rtl="0" algn="ctr">
              <a:spcBef>
                <a:spcPts val="0"/>
              </a:spcBef>
              <a:spcAft>
                <a:spcPts val="0"/>
              </a:spcAft>
              <a:buNone/>
              <a:defRPr b="1" sz="2000">
                <a:latin typeface="Lato"/>
                <a:ea typeface="Lato"/>
                <a:cs typeface="Lato"/>
                <a:sym typeface="Lato"/>
              </a:defRPr>
            </a:lvl7pPr>
            <a:lvl8pPr lvl="7" rtl="0" algn="ctr">
              <a:spcBef>
                <a:spcPts val="0"/>
              </a:spcBef>
              <a:spcAft>
                <a:spcPts val="0"/>
              </a:spcAft>
              <a:buNone/>
              <a:defRPr b="1" sz="2000">
                <a:latin typeface="Lato"/>
                <a:ea typeface="Lato"/>
                <a:cs typeface="Lato"/>
                <a:sym typeface="Lato"/>
              </a:defRPr>
            </a:lvl8pPr>
            <a:lvl9pPr lvl="8" rtl="0" algn="ctr">
              <a:spcBef>
                <a:spcPts val="0"/>
              </a:spcBef>
              <a:spcAft>
                <a:spcPts val="0"/>
              </a:spcAft>
              <a:buNone/>
              <a:defRPr b="1" sz="2000">
                <a:latin typeface="Lato"/>
                <a:ea typeface="Lato"/>
                <a:cs typeface="Lato"/>
                <a:sym typeface="Lato"/>
              </a:defRPr>
            </a:lvl9pPr>
          </a:lstStyle>
          <a:p/>
        </p:txBody>
      </p:sp>
      <p:sp>
        <p:nvSpPr>
          <p:cNvPr id="50" name="Google Shape;50;p5"/>
          <p:cNvSpPr txBox="1"/>
          <p:nvPr>
            <p:ph idx="2" type="title"/>
          </p:nvPr>
        </p:nvSpPr>
        <p:spPr>
          <a:xfrm flipH="1">
            <a:off x="5145951" y="1651276"/>
            <a:ext cx="27051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51" name="Google Shape;51;p5"/>
          <p:cNvSpPr txBox="1"/>
          <p:nvPr>
            <p:ph idx="3" type="title"/>
          </p:nvPr>
        </p:nvSpPr>
        <p:spPr>
          <a:xfrm>
            <a:off x="714375" y="542925"/>
            <a:ext cx="77151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800">
                <a:latin typeface="Lato"/>
                <a:ea typeface="Lato"/>
                <a:cs typeface="Lato"/>
                <a:sym typeface="Lato"/>
              </a:defRPr>
            </a:lvl1pPr>
            <a:lvl2pPr lvl="1" rtl="0" algn="ctr">
              <a:spcBef>
                <a:spcPts val="0"/>
              </a:spcBef>
              <a:spcAft>
                <a:spcPts val="0"/>
              </a:spcAft>
              <a:buNone/>
              <a:defRPr b="1" sz="2800">
                <a:latin typeface="Lato"/>
                <a:ea typeface="Lato"/>
                <a:cs typeface="Lato"/>
                <a:sym typeface="Lato"/>
              </a:defRPr>
            </a:lvl2pPr>
            <a:lvl3pPr lvl="2" rtl="0" algn="ctr">
              <a:spcBef>
                <a:spcPts val="0"/>
              </a:spcBef>
              <a:spcAft>
                <a:spcPts val="0"/>
              </a:spcAft>
              <a:buNone/>
              <a:defRPr b="1" sz="2800">
                <a:latin typeface="Lato"/>
                <a:ea typeface="Lato"/>
                <a:cs typeface="Lato"/>
                <a:sym typeface="Lato"/>
              </a:defRPr>
            </a:lvl3pPr>
            <a:lvl4pPr lvl="3" rtl="0" algn="ctr">
              <a:spcBef>
                <a:spcPts val="0"/>
              </a:spcBef>
              <a:spcAft>
                <a:spcPts val="0"/>
              </a:spcAft>
              <a:buNone/>
              <a:defRPr b="1" sz="2800">
                <a:latin typeface="Lato"/>
                <a:ea typeface="Lato"/>
                <a:cs typeface="Lato"/>
                <a:sym typeface="Lato"/>
              </a:defRPr>
            </a:lvl4pPr>
            <a:lvl5pPr lvl="4" rtl="0" algn="ctr">
              <a:spcBef>
                <a:spcPts val="0"/>
              </a:spcBef>
              <a:spcAft>
                <a:spcPts val="0"/>
              </a:spcAft>
              <a:buNone/>
              <a:defRPr b="1" sz="2800">
                <a:latin typeface="Lato"/>
                <a:ea typeface="Lato"/>
                <a:cs typeface="Lato"/>
                <a:sym typeface="Lato"/>
              </a:defRPr>
            </a:lvl5pPr>
            <a:lvl6pPr lvl="5" rtl="0" algn="ctr">
              <a:spcBef>
                <a:spcPts val="0"/>
              </a:spcBef>
              <a:spcAft>
                <a:spcPts val="0"/>
              </a:spcAft>
              <a:buNone/>
              <a:defRPr b="1" sz="2800">
                <a:latin typeface="Lato"/>
                <a:ea typeface="Lato"/>
                <a:cs typeface="Lato"/>
                <a:sym typeface="Lato"/>
              </a:defRPr>
            </a:lvl6pPr>
            <a:lvl7pPr lvl="6" rtl="0" algn="ctr">
              <a:spcBef>
                <a:spcPts val="0"/>
              </a:spcBef>
              <a:spcAft>
                <a:spcPts val="0"/>
              </a:spcAft>
              <a:buNone/>
              <a:defRPr b="1" sz="2800">
                <a:latin typeface="Lato"/>
                <a:ea typeface="Lato"/>
                <a:cs typeface="Lato"/>
                <a:sym typeface="Lato"/>
              </a:defRPr>
            </a:lvl7pPr>
            <a:lvl8pPr lvl="7" rtl="0" algn="ctr">
              <a:spcBef>
                <a:spcPts val="0"/>
              </a:spcBef>
              <a:spcAft>
                <a:spcPts val="0"/>
              </a:spcAft>
              <a:buNone/>
              <a:defRPr b="1" sz="2800">
                <a:latin typeface="Lato"/>
                <a:ea typeface="Lato"/>
                <a:cs typeface="Lato"/>
                <a:sym typeface="Lato"/>
              </a:defRPr>
            </a:lvl8pPr>
            <a:lvl9pPr lvl="8" rtl="0" algn="ctr">
              <a:spcBef>
                <a:spcPts val="0"/>
              </a:spcBef>
              <a:spcAft>
                <a:spcPts val="0"/>
              </a:spcAft>
              <a:buNone/>
              <a:defRPr b="1" sz="2800">
                <a:latin typeface="Lato"/>
                <a:ea typeface="Lato"/>
                <a:cs typeface="Lato"/>
                <a:sym typeface="Lato"/>
              </a:defRPr>
            </a:lvl9pPr>
          </a:lstStyle>
          <a:p/>
        </p:txBody>
      </p:sp>
      <p:sp>
        <p:nvSpPr>
          <p:cNvPr id="52" name="Google Shape;52;p5"/>
          <p:cNvSpPr/>
          <p:nvPr/>
        </p:nvSpPr>
        <p:spPr>
          <a:xfrm>
            <a:off x="8351050" y="29893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6614850"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flipH="1" rot="8854439">
            <a:off x="221828" y="-1328205"/>
            <a:ext cx="4270960" cy="2334337"/>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4665063" y="22860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4918425" y="35108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8669100" y="22497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506175" y="35936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4170900" y="48291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859950" y="13782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txBox="1"/>
          <p:nvPr>
            <p:ph idx="4" type="title"/>
          </p:nvPr>
        </p:nvSpPr>
        <p:spPr>
          <a:xfrm flipH="1">
            <a:off x="1609599" y="1174179"/>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latin typeface="Lato"/>
                <a:ea typeface="Lato"/>
                <a:cs typeface="Lato"/>
                <a:sym typeface="Lato"/>
              </a:defRPr>
            </a:lvl1pPr>
            <a:lvl2pPr lvl="1" rtl="0" algn="ctr">
              <a:spcBef>
                <a:spcPts val="0"/>
              </a:spcBef>
              <a:spcAft>
                <a:spcPts val="0"/>
              </a:spcAft>
              <a:buNone/>
              <a:defRPr b="1" sz="2000">
                <a:latin typeface="Lato"/>
                <a:ea typeface="Lato"/>
                <a:cs typeface="Lato"/>
                <a:sym typeface="Lato"/>
              </a:defRPr>
            </a:lvl2pPr>
            <a:lvl3pPr lvl="2" rtl="0" algn="ctr">
              <a:spcBef>
                <a:spcPts val="0"/>
              </a:spcBef>
              <a:spcAft>
                <a:spcPts val="0"/>
              </a:spcAft>
              <a:buNone/>
              <a:defRPr b="1" sz="2000">
                <a:latin typeface="Lato"/>
                <a:ea typeface="Lato"/>
                <a:cs typeface="Lato"/>
                <a:sym typeface="Lato"/>
              </a:defRPr>
            </a:lvl3pPr>
            <a:lvl4pPr lvl="3" rtl="0" algn="ctr">
              <a:spcBef>
                <a:spcPts val="0"/>
              </a:spcBef>
              <a:spcAft>
                <a:spcPts val="0"/>
              </a:spcAft>
              <a:buNone/>
              <a:defRPr b="1" sz="2000">
                <a:latin typeface="Lato"/>
                <a:ea typeface="Lato"/>
                <a:cs typeface="Lato"/>
                <a:sym typeface="Lato"/>
              </a:defRPr>
            </a:lvl4pPr>
            <a:lvl5pPr lvl="4" rtl="0" algn="ctr">
              <a:spcBef>
                <a:spcPts val="0"/>
              </a:spcBef>
              <a:spcAft>
                <a:spcPts val="0"/>
              </a:spcAft>
              <a:buNone/>
              <a:defRPr b="1" sz="2000">
                <a:latin typeface="Lato"/>
                <a:ea typeface="Lato"/>
                <a:cs typeface="Lato"/>
                <a:sym typeface="Lato"/>
              </a:defRPr>
            </a:lvl5pPr>
            <a:lvl6pPr lvl="5" rtl="0" algn="ctr">
              <a:spcBef>
                <a:spcPts val="0"/>
              </a:spcBef>
              <a:spcAft>
                <a:spcPts val="0"/>
              </a:spcAft>
              <a:buNone/>
              <a:defRPr b="1" sz="2000">
                <a:latin typeface="Lato"/>
                <a:ea typeface="Lato"/>
                <a:cs typeface="Lato"/>
                <a:sym typeface="Lato"/>
              </a:defRPr>
            </a:lvl6pPr>
            <a:lvl7pPr lvl="6" rtl="0" algn="ctr">
              <a:spcBef>
                <a:spcPts val="0"/>
              </a:spcBef>
              <a:spcAft>
                <a:spcPts val="0"/>
              </a:spcAft>
              <a:buNone/>
              <a:defRPr b="1" sz="2000">
                <a:latin typeface="Lato"/>
                <a:ea typeface="Lato"/>
                <a:cs typeface="Lato"/>
                <a:sym typeface="Lato"/>
              </a:defRPr>
            </a:lvl7pPr>
            <a:lvl8pPr lvl="7" rtl="0" algn="ctr">
              <a:spcBef>
                <a:spcPts val="0"/>
              </a:spcBef>
              <a:spcAft>
                <a:spcPts val="0"/>
              </a:spcAft>
              <a:buNone/>
              <a:defRPr b="1" sz="2000">
                <a:latin typeface="Lato"/>
                <a:ea typeface="Lato"/>
                <a:cs typeface="Lato"/>
                <a:sym typeface="Lato"/>
              </a:defRPr>
            </a:lvl8pPr>
            <a:lvl9pPr lvl="8" rtl="0" algn="ctr">
              <a:spcBef>
                <a:spcPts val="0"/>
              </a:spcBef>
              <a:spcAft>
                <a:spcPts val="0"/>
              </a:spcAft>
              <a:buNone/>
              <a:defRPr b="1" sz="2000">
                <a:latin typeface="Lato"/>
                <a:ea typeface="Lato"/>
                <a:cs typeface="Lato"/>
                <a:sym typeface="Lato"/>
              </a:defRPr>
            </a:lvl9pPr>
          </a:lstStyle>
          <a:p/>
        </p:txBody>
      </p:sp>
      <p:sp>
        <p:nvSpPr>
          <p:cNvPr id="62" name="Google Shape;62;p5"/>
          <p:cNvSpPr txBox="1"/>
          <p:nvPr>
            <p:ph idx="5" type="title"/>
          </p:nvPr>
        </p:nvSpPr>
        <p:spPr>
          <a:xfrm flipH="1">
            <a:off x="1292949" y="1651040"/>
            <a:ext cx="27051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63" name="Shape 63"/>
        <p:cNvGrpSpPr/>
        <p:nvPr/>
      </p:nvGrpSpPr>
      <p:grpSpPr>
        <a:xfrm>
          <a:off x="0" y="0"/>
          <a:ext cx="0" cy="0"/>
          <a:chOff x="0" y="0"/>
          <a:chExt cx="0" cy="0"/>
        </a:xfrm>
      </p:grpSpPr>
      <p:sp>
        <p:nvSpPr>
          <p:cNvPr id="64" name="Google Shape;64;p6"/>
          <p:cNvSpPr txBox="1"/>
          <p:nvPr>
            <p:ph type="title"/>
          </p:nvPr>
        </p:nvSpPr>
        <p:spPr>
          <a:xfrm>
            <a:off x="715800" y="542925"/>
            <a:ext cx="77124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300"/>
              <a:buNone/>
              <a:defRPr b="1" sz="2800">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 name="Google Shape;65;p6"/>
          <p:cNvSpPr/>
          <p:nvPr/>
        </p:nvSpPr>
        <p:spPr>
          <a:xfrm flipH="1">
            <a:off x="-947406" y="3646600"/>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flipH="1">
            <a:off x="-419657" y="4390600"/>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rot="-8854439">
            <a:off x="6237944" y="-1328205"/>
            <a:ext cx="4270960" cy="2334337"/>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5331813" y="3143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1162900" y="49662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8658538" y="1404263"/>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287100" y="35596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7389650" y="47879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1723750" y="1466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7"/>
          <p:cNvSpPr/>
          <p:nvPr/>
        </p:nvSpPr>
        <p:spPr>
          <a:xfrm flipH="1">
            <a:off x="-80701" y="2989375"/>
            <a:ext cx="3149549" cy="2154268"/>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109207" y="3914350"/>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p:nvPr/>
        </p:nvSpPr>
        <p:spPr>
          <a:xfrm rot="-8854482">
            <a:off x="5464579" y="-1239711"/>
            <a:ext cx="5254623" cy="287185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txBox="1"/>
          <p:nvPr>
            <p:ph type="title"/>
          </p:nvPr>
        </p:nvSpPr>
        <p:spPr>
          <a:xfrm flipH="1">
            <a:off x="5438775" y="1786050"/>
            <a:ext cx="2985300" cy="933300"/>
          </a:xfrm>
          <a:prstGeom prst="rect">
            <a:avLst/>
          </a:prstGeom>
        </p:spPr>
        <p:txBody>
          <a:bodyPr anchorCtr="0" anchor="ctr" bIns="91425" lIns="91425" spcFirstLastPara="1" rIns="91425" wrap="square" tIns="91425">
            <a:noAutofit/>
          </a:bodyPr>
          <a:lstStyle>
            <a:lvl1pPr lvl="0" algn="r">
              <a:spcBef>
                <a:spcPts val="0"/>
              </a:spcBef>
              <a:spcAft>
                <a:spcPts val="0"/>
              </a:spcAft>
              <a:buSzPts val="7000"/>
              <a:buNone/>
              <a:defRPr b="1" sz="6000">
                <a:latin typeface="Lato"/>
                <a:ea typeface="Lato"/>
                <a:cs typeface="Lato"/>
                <a:sym typeface="Lato"/>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p:txBody>
      </p:sp>
      <p:sp>
        <p:nvSpPr>
          <p:cNvPr id="79" name="Google Shape;79;p7"/>
          <p:cNvSpPr txBox="1"/>
          <p:nvPr>
            <p:ph idx="1" type="subTitle"/>
          </p:nvPr>
        </p:nvSpPr>
        <p:spPr>
          <a:xfrm>
            <a:off x="4572000" y="2671050"/>
            <a:ext cx="3852000" cy="686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None/>
              <a:defRPr sz="1600">
                <a:solidFill>
                  <a:schemeClr val="dk1"/>
                </a:solidFill>
                <a:latin typeface="Open Sans"/>
                <a:ea typeface="Open Sans"/>
                <a:cs typeface="Open Sans"/>
                <a:sym typeface="Open Sans"/>
              </a:defRPr>
            </a:lvl1pPr>
            <a:lvl2pPr lvl="1" algn="r">
              <a:lnSpc>
                <a:spcPct val="100000"/>
              </a:lnSpc>
              <a:spcBef>
                <a:spcPts val="0"/>
              </a:spcBef>
              <a:spcAft>
                <a:spcPts val="0"/>
              </a:spcAft>
              <a:buNone/>
              <a:defRPr>
                <a:solidFill>
                  <a:schemeClr val="dk1"/>
                </a:solidFill>
              </a:defRPr>
            </a:lvl2pPr>
            <a:lvl3pPr lvl="2" algn="r">
              <a:lnSpc>
                <a:spcPct val="100000"/>
              </a:lnSpc>
              <a:spcBef>
                <a:spcPts val="0"/>
              </a:spcBef>
              <a:spcAft>
                <a:spcPts val="0"/>
              </a:spcAft>
              <a:buNone/>
              <a:defRPr>
                <a:solidFill>
                  <a:schemeClr val="dk1"/>
                </a:solidFill>
              </a:defRPr>
            </a:lvl3pPr>
            <a:lvl4pPr lvl="3" algn="r">
              <a:lnSpc>
                <a:spcPct val="100000"/>
              </a:lnSpc>
              <a:spcBef>
                <a:spcPts val="0"/>
              </a:spcBef>
              <a:spcAft>
                <a:spcPts val="0"/>
              </a:spcAft>
              <a:buNone/>
              <a:defRPr>
                <a:solidFill>
                  <a:schemeClr val="dk1"/>
                </a:solidFill>
              </a:defRPr>
            </a:lvl4pPr>
            <a:lvl5pPr lvl="4" algn="r">
              <a:lnSpc>
                <a:spcPct val="100000"/>
              </a:lnSpc>
              <a:spcBef>
                <a:spcPts val="0"/>
              </a:spcBef>
              <a:spcAft>
                <a:spcPts val="0"/>
              </a:spcAft>
              <a:buNone/>
              <a:defRPr>
                <a:solidFill>
                  <a:schemeClr val="dk1"/>
                </a:solidFill>
              </a:defRPr>
            </a:lvl5pPr>
            <a:lvl6pPr lvl="5" algn="r">
              <a:lnSpc>
                <a:spcPct val="100000"/>
              </a:lnSpc>
              <a:spcBef>
                <a:spcPts val="0"/>
              </a:spcBef>
              <a:spcAft>
                <a:spcPts val="0"/>
              </a:spcAft>
              <a:buNone/>
              <a:defRPr>
                <a:solidFill>
                  <a:schemeClr val="dk1"/>
                </a:solidFill>
              </a:defRPr>
            </a:lvl6pPr>
            <a:lvl7pPr lvl="6" algn="r">
              <a:lnSpc>
                <a:spcPct val="100000"/>
              </a:lnSpc>
              <a:spcBef>
                <a:spcPts val="0"/>
              </a:spcBef>
              <a:spcAft>
                <a:spcPts val="0"/>
              </a:spcAft>
              <a:buNone/>
              <a:defRPr>
                <a:solidFill>
                  <a:schemeClr val="dk1"/>
                </a:solidFill>
              </a:defRPr>
            </a:lvl7pPr>
            <a:lvl8pPr lvl="7" algn="r">
              <a:lnSpc>
                <a:spcPct val="100000"/>
              </a:lnSpc>
              <a:spcBef>
                <a:spcPts val="0"/>
              </a:spcBef>
              <a:spcAft>
                <a:spcPts val="0"/>
              </a:spcAft>
              <a:buNone/>
              <a:defRPr>
                <a:solidFill>
                  <a:schemeClr val="dk1"/>
                </a:solidFill>
              </a:defRPr>
            </a:lvl8pPr>
            <a:lvl9pPr lvl="8" algn="r">
              <a:lnSpc>
                <a:spcPct val="100000"/>
              </a:lnSpc>
              <a:spcBef>
                <a:spcPts val="0"/>
              </a:spcBef>
              <a:spcAft>
                <a:spcPts val="0"/>
              </a:spcAft>
              <a:buNone/>
              <a:defRPr>
                <a:solidFill>
                  <a:schemeClr val="dk1"/>
                </a:solidFill>
              </a:defRPr>
            </a:lvl9pPr>
          </a:lstStyle>
          <a:p/>
        </p:txBody>
      </p:sp>
      <p:sp>
        <p:nvSpPr>
          <p:cNvPr id="80" name="Google Shape;80;p7"/>
          <p:cNvSpPr/>
          <p:nvPr/>
        </p:nvSpPr>
        <p:spPr>
          <a:xfrm>
            <a:off x="2823888" y="2857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5072400" y="479670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6192600" y="9715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8688150" y="41357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1172925" y="45090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668625" y="2525988"/>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6" name="Shape 86"/>
        <p:cNvGrpSpPr/>
        <p:nvPr/>
      </p:nvGrpSpPr>
      <p:grpSpPr>
        <a:xfrm>
          <a:off x="0" y="0"/>
          <a:ext cx="0" cy="0"/>
          <a:chOff x="0" y="0"/>
          <a:chExt cx="0" cy="0"/>
        </a:xfrm>
      </p:grpSpPr>
      <p:sp>
        <p:nvSpPr>
          <p:cNvPr id="87" name="Google Shape;87;p8"/>
          <p:cNvSpPr txBox="1"/>
          <p:nvPr>
            <p:ph type="title"/>
          </p:nvPr>
        </p:nvSpPr>
        <p:spPr>
          <a:xfrm>
            <a:off x="1930800" y="542925"/>
            <a:ext cx="5282400" cy="1186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None/>
              <a:defRPr b="1" sz="40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9"/>
          <p:cNvSpPr/>
          <p:nvPr/>
        </p:nvSpPr>
        <p:spPr>
          <a:xfrm flipH="1" rot="10800000">
            <a:off x="6762" y="-656804"/>
            <a:ext cx="7462525" cy="1760225"/>
          </a:xfrm>
          <a:custGeom>
            <a:rect b="b" l="l" r="r" t="t"/>
            <a:pathLst>
              <a:path extrusionOk="0" h="70409" w="298501">
                <a:moveTo>
                  <a:pt x="294545" y="2687"/>
                </a:moveTo>
                <a:cubicBezTo>
                  <a:pt x="286862" y="4360"/>
                  <a:pt x="267050" y="14527"/>
                  <a:pt x="249206" y="16419"/>
                </a:cubicBezTo>
                <a:cubicBezTo>
                  <a:pt x="231363" y="18312"/>
                  <a:pt x="205899" y="13778"/>
                  <a:pt x="187484" y="14042"/>
                </a:cubicBezTo>
                <a:cubicBezTo>
                  <a:pt x="169069" y="14306"/>
                  <a:pt x="155798" y="13470"/>
                  <a:pt x="138716" y="18003"/>
                </a:cubicBezTo>
                <a:cubicBezTo>
                  <a:pt x="121635" y="22536"/>
                  <a:pt x="99410" y="37452"/>
                  <a:pt x="84995" y="41241"/>
                </a:cubicBezTo>
                <a:cubicBezTo>
                  <a:pt x="70581" y="45030"/>
                  <a:pt x="61754" y="40061"/>
                  <a:pt x="52229" y="40739"/>
                </a:cubicBezTo>
                <a:cubicBezTo>
                  <a:pt x="42704" y="41417"/>
                  <a:pt x="35402" y="41530"/>
                  <a:pt x="27845" y="45311"/>
                </a:cubicBezTo>
                <a:cubicBezTo>
                  <a:pt x="20289" y="49092"/>
                  <a:pt x="10510" y="59550"/>
                  <a:pt x="6890" y="63423"/>
                </a:cubicBezTo>
                <a:cubicBezTo>
                  <a:pt x="3271" y="67297"/>
                  <a:pt x="-6191" y="67936"/>
                  <a:pt x="6128" y="68552"/>
                </a:cubicBezTo>
                <a:cubicBezTo>
                  <a:pt x="18447" y="69168"/>
                  <a:pt x="46959" y="67139"/>
                  <a:pt x="80804" y="67120"/>
                </a:cubicBezTo>
                <a:cubicBezTo>
                  <a:pt x="114650" y="67102"/>
                  <a:pt x="176054" y="68265"/>
                  <a:pt x="209201" y="68441"/>
                </a:cubicBezTo>
                <a:cubicBezTo>
                  <a:pt x="242348" y="68617"/>
                  <a:pt x="266732" y="68749"/>
                  <a:pt x="279686" y="68177"/>
                </a:cubicBezTo>
                <a:cubicBezTo>
                  <a:pt x="292640" y="67605"/>
                  <a:pt x="284322" y="75307"/>
                  <a:pt x="286925" y="65008"/>
                </a:cubicBezTo>
                <a:cubicBezTo>
                  <a:pt x="289529" y="54709"/>
                  <a:pt x="294037" y="16771"/>
                  <a:pt x="295307" y="6384"/>
                </a:cubicBezTo>
                <a:cubicBezTo>
                  <a:pt x="296577" y="-4003"/>
                  <a:pt x="302229" y="1015"/>
                  <a:pt x="294545" y="2687"/>
                </a:cubicBezTo>
                <a:close/>
              </a:path>
            </a:pathLst>
          </a:custGeom>
          <a:solidFill>
            <a:schemeClr val="lt2"/>
          </a:solidFill>
          <a:ln>
            <a:noFill/>
          </a:ln>
        </p:spPr>
      </p:sp>
      <p:sp>
        <p:nvSpPr>
          <p:cNvPr id="90" name="Google Shape;90;p9"/>
          <p:cNvSpPr/>
          <p:nvPr/>
        </p:nvSpPr>
        <p:spPr>
          <a:xfrm flipH="1" rot="10800000">
            <a:off x="5237663" y="-496147"/>
            <a:ext cx="5487975" cy="375291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rgbClr val="74A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flipH="1">
            <a:off x="-646905" y="29893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119157"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flipH="1">
            <a:off x="7104600" y="104775"/>
            <a:ext cx="91500" cy="915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5248187" y="49395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flipH="1">
            <a:off x="2573837" y="9715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1411787" y="29641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38837" y="43947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flipH="1">
            <a:off x="8868512" y="1549513"/>
            <a:ext cx="91500" cy="915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hasCustomPrompt="1" type="title"/>
          </p:nvPr>
        </p:nvSpPr>
        <p:spPr>
          <a:xfrm>
            <a:off x="4101750" y="1422036"/>
            <a:ext cx="9405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0000"/>
              <a:buNone/>
              <a:defRPr b="1" sz="8000">
                <a:solidFill>
                  <a:schemeClr val="dk2"/>
                </a:solidFill>
                <a:latin typeface="Lato"/>
                <a:ea typeface="Lato"/>
                <a:cs typeface="Lato"/>
                <a:sym typeface="Lato"/>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0" name="Google Shape;100;p9"/>
          <p:cNvSpPr txBox="1"/>
          <p:nvPr>
            <p:ph idx="1" type="subTitle"/>
          </p:nvPr>
        </p:nvSpPr>
        <p:spPr>
          <a:xfrm>
            <a:off x="2060100" y="3277764"/>
            <a:ext cx="5023800" cy="443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sz="1600">
                <a:solidFill>
                  <a:schemeClr val="dk1"/>
                </a:solidFill>
                <a:latin typeface="Open Sans"/>
                <a:ea typeface="Open Sans"/>
                <a:cs typeface="Open Sans"/>
                <a:sym typeface="Open Sans"/>
              </a:defRPr>
            </a:lvl1pPr>
            <a:lvl2pPr lvl="1" rtl="0" algn="ctr">
              <a:spcBef>
                <a:spcPts val="0"/>
              </a:spcBef>
              <a:spcAft>
                <a:spcPts val="0"/>
              </a:spcAft>
              <a:buNone/>
              <a:defRPr sz="1600">
                <a:solidFill>
                  <a:schemeClr val="dk1"/>
                </a:solidFill>
                <a:latin typeface="Open Sans"/>
                <a:ea typeface="Open Sans"/>
                <a:cs typeface="Open Sans"/>
                <a:sym typeface="Open Sans"/>
              </a:defRPr>
            </a:lvl2pPr>
            <a:lvl3pPr lvl="2" rtl="0" algn="ctr">
              <a:spcBef>
                <a:spcPts val="0"/>
              </a:spcBef>
              <a:spcAft>
                <a:spcPts val="0"/>
              </a:spcAft>
              <a:buNone/>
              <a:defRPr sz="1600">
                <a:solidFill>
                  <a:schemeClr val="dk1"/>
                </a:solidFill>
                <a:latin typeface="Open Sans"/>
                <a:ea typeface="Open Sans"/>
                <a:cs typeface="Open Sans"/>
                <a:sym typeface="Open Sans"/>
              </a:defRPr>
            </a:lvl3pPr>
            <a:lvl4pPr lvl="3" rtl="0" algn="ctr">
              <a:spcBef>
                <a:spcPts val="0"/>
              </a:spcBef>
              <a:spcAft>
                <a:spcPts val="0"/>
              </a:spcAft>
              <a:buNone/>
              <a:defRPr sz="1600">
                <a:solidFill>
                  <a:schemeClr val="dk1"/>
                </a:solidFill>
                <a:latin typeface="Open Sans"/>
                <a:ea typeface="Open Sans"/>
                <a:cs typeface="Open Sans"/>
                <a:sym typeface="Open Sans"/>
              </a:defRPr>
            </a:lvl4pPr>
            <a:lvl5pPr lvl="4" rtl="0" algn="ctr">
              <a:spcBef>
                <a:spcPts val="0"/>
              </a:spcBef>
              <a:spcAft>
                <a:spcPts val="0"/>
              </a:spcAft>
              <a:buNone/>
              <a:defRPr sz="1600">
                <a:solidFill>
                  <a:schemeClr val="dk1"/>
                </a:solidFill>
                <a:latin typeface="Open Sans"/>
                <a:ea typeface="Open Sans"/>
                <a:cs typeface="Open Sans"/>
                <a:sym typeface="Open Sans"/>
              </a:defRPr>
            </a:lvl5pPr>
            <a:lvl6pPr lvl="5" rtl="0" algn="ctr">
              <a:spcBef>
                <a:spcPts val="0"/>
              </a:spcBef>
              <a:spcAft>
                <a:spcPts val="0"/>
              </a:spcAft>
              <a:buNone/>
              <a:defRPr sz="1600">
                <a:solidFill>
                  <a:schemeClr val="dk1"/>
                </a:solidFill>
                <a:latin typeface="Open Sans"/>
                <a:ea typeface="Open Sans"/>
                <a:cs typeface="Open Sans"/>
                <a:sym typeface="Open Sans"/>
              </a:defRPr>
            </a:lvl6pPr>
            <a:lvl7pPr lvl="6" rtl="0" algn="ctr">
              <a:spcBef>
                <a:spcPts val="0"/>
              </a:spcBef>
              <a:spcAft>
                <a:spcPts val="0"/>
              </a:spcAft>
              <a:buNone/>
              <a:defRPr sz="1600">
                <a:solidFill>
                  <a:schemeClr val="dk1"/>
                </a:solidFill>
                <a:latin typeface="Open Sans"/>
                <a:ea typeface="Open Sans"/>
                <a:cs typeface="Open Sans"/>
                <a:sym typeface="Open Sans"/>
              </a:defRPr>
            </a:lvl7pPr>
            <a:lvl8pPr lvl="7" rtl="0" algn="ctr">
              <a:spcBef>
                <a:spcPts val="0"/>
              </a:spcBef>
              <a:spcAft>
                <a:spcPts val="0"/>
              </a:spcAft>
              <a:buNone/>
              <a:defRPr sz="1600">
                <a:solidFill>
                  <a:schemeClr val="dk1"/>
                </a:solidFill>
                <a:latin typeface="Open Sans"/>
                <a:ea typeface="Open Sans"/>
                <a:cs typeface="Open Sans"/>
                <a:sym typeface="Open Sans"/>
              </a:defRPr>
            </a:lvl8pPr>
            <a:lvl9pPr lvl="8" rtl="0" algn="ctr">
              <a:spcBef>
                <a:spcPts val="0"/>
              </a:spcBef>
              <a:spcAft>
                <a:spcPts val="0"/>
              </a:spcAft>
              <a:buNone/>
              <a:defRPr sz="1600">
                <a:solidFill>
                  <a:schemeClr val="dk1"/>
                </a:solidFill>
                <a:latin typeface="Open Sans"/>
                <a:ea typeface="Open Sans"/>
                <a:cs typeface="Open Sans"/>
                <a:sym typeface="Open Sans"/>
              </a:defRPr>
            </a:lvl9pPr>
          </a:lstStyle>
          <a:p/>
        </p:txBody>
      </p:sp>
      <p:sp>
        <p:nvSpPr>
          <p:cNvPr id="101" name="Google Shape;101;p9"/>
          <p:cNvSpPr txBox="1"/>
          <p:nvPr>
            <p:ph idx="2" type="title"/>
          </p:nvPr>
        </p:nvSpPr>
        <p:spPr>
          <a:xfrm>
            <a:off x="2220750" y="2538286"/>
            <a:ext cx="4702500" cy="640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b="1" sz="4000">
                <a:latin typeface="Lato"/>
                <a:ea typeface="Lato"/>
                <a:cs typeface="Lato"/>
                <a:sym typeface="Lato"/>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2" name="Google Shape;102;p9"/>
          <p:cNvSpPr/>
          <p:nvPr/>
        </p:nvSpPr>
        <p:spPr>
          <a:xfrm>
            <a:off x="1351425" y="7322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rot="10800000">
            <a:off x="-242615"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 name="Shape 104"/>
        <p:cNvGrpSpPr/>
        <p:nvPr/>
      </p:nvGrpSpPr>
      <p:grpSpPr>
        <a:xfrm>
          <a:off x="0" y="0"/>
          <a:ext cx="0" cy="0"/>
          <a:chOff x="0" y="0"/>
          <a:chExt cx="0" cy="0"/>
        </a:xfrm>
      </p:grpSpPr>
      <p:sp>
        <p:nvSpPr>
          <p:cNvPr id="105" name="Google Shape;105;p10"/>
          <p:cNvSpPr txBox="1"/>
          <p:nvPr>
            <p:ph type="title"/>
          </p:nvPr>
        </p:nvSpPr>
        <p:spPr>
          <a:xfrm>
            <a:off x="722375" y="858450"/>
            <a:ext cx="3684300" cy="1586400"/>
          </a:xfrm>
          <a:prstGeom prst="rect">
            <a:avLst/>
          </a:prstGeom>
        </p:spPr>
        <p:txBody>
          <a:bodyPr anchorCtr="0" anchor="ctr" bIns="91425" lIns="91425" spcFirstLastPara="1" rIns="91425" wrap="square" tIns="91425">
            <a:noAutofit/>
          </a:bodyPr>
          <a:lstStyle>
            <a:lvl1pPr lvl="0">
              <a:spcBef>
                <a:spcPts val="0"/>
              </a:spcBef>
              <a:spcAft>
                <a:spcPts val="0"/>
              </a:spcAft>
              <a:buNone/>
              <a:defRPr b="1" sz="3400">
                <a:latin typeface="Lato"/>
                <a:ea typeface="Lato"/>
                <a:cs typeface="Lato"/>
                <a:sym typeface="Lato"/>
              </a:defRPr>
            </a:lvl1pPr>
            <a:lvl2pPr lvl="1">
              <a:spcBef>
                <a:spcPts val="0"/>
              </a:spcBef>
              <a:spcAft>
                <a:spcPts val="0"/>
              </a:spcAft>
              <a:buNone/>
              <a:defRPr b="1" sz="3400">
                <a:latin typeface="Open Sans Light"/>
                <a:ea typeface="Open Sans Light"/>
                <a:cs typeface="Open Sans Light"/>
                <a:sym typeface="Open Sans Light"/>
              </a:defRPr>
            </a:lvl2pPr>
            <a:lvl3pPr lvl="2">
              <a:spcBef>
                <a:spcPts val="0"/>
              </a:spcBef>
              <a:spcAft>
                <a:spcPts val="0"/>
              </a:spcAft>
              <a:buNone/>
              <a:defRPr b="1" sz="3400">
                <a:latin typeface="Open Sans Light"/>
                <a:ea typeface="Open Sans Light"/>
                <a:cs typeface="Open Sans Light"/>
                <a:sym typeface="Open Sans Light"/>
              </a:defRPr>
            </a:lvl3pPr>
            <a:lvl4pPr lvl="3">
              <a:spcBef>
                <a:spcPts val="0"/>
              </a:spcBef>
              <a:spcAft>
                <a:spcPts val="0"/>
              </a:spcAft>
              <a:buNone/>
              <a:defRPr b="1" sz="3400">
                <a:latin typeface="Open Sans Light"/>
                <a:ea typeface="Open Sans Light"/>
                <a:cs typeface="Open Sans Light"/>
                <a:sym typeface="Open Sans Light"/>
              </a:defRPr>
            </a:lvl4pPr>
            <a:lvl5pPr lvl="4">
              <a:spcBef>
                <a:spcPts val="0"/>
              </a:spcBef>
              <a:spcAft>
                <a:spcPts val="0"/>
              </a:spcAft>
              <a:buNone/>
              <a:defRPr b="1" sz="3400">
                <a:latin typeface="Open Sans Light"/>
                <a:ea typeface="Open Sans Light"/>
                <a:cs typeface="Open Sans Light"/>
                <a:sym typeface="Open Sans Light"/>
              </a:defRPr>
            </a:lvl5pPr>
            <a:lvl6pPr lvl="5">
              <a:spcBef>
                <a:spcPts val="0"/>
              </a:spcBef>
              <a:spcAft>
                <a:spcPts val="0"/>
              </a:spcAft>
              <a:buNone/>
              <a:defRPr b="1" sz="3400">
                <a:latin typeface="Open Sans Light"/>
                <a:ea typeface="Open Sans Light"/>
                <a:cs typeface="Open Sans Light"/>
                <a:sym typeface="Open Sans Light"/>
              </a:defRPr>
            </a:lvl6pPr>
            <a:lvl7pPr lvl="6">
              <a:spcBef>
                <a:spcPts val="0"/>
              </a:spcBef>
              <a:spcAft>
                <a:spcPts val="0"/>
              </a:spcAft>
              <a:buNone/>
              <a:defRPr b="1" sz="3400">
                <a:latin typeface="Open Sans Light"/>
                <a:ea typeface="Open Sans Light"/>
                <a:cs typeface="Open Sans Light"/>
                <a:sym typeface="Open Sans Light"/>
              </a:defRPr>
            </a:lvl7pPr>
            <a:lvl8pPr lvl="7">
              <a:spcBef>
                <a:spcPts val="0"/>
              </a:spcBef>
              <a:spcAft>
                <a:spcPts val="0"/>
              </a:spcAft>
              <a:buNone/>
              <a:defRPr b="1" sz="3400">
                <a:latin typeface="Open Sans Light"/>
                <a:ea typeface="Open Sans Light"/>
                <a:cs typeface="Open Sans Light"/>
                <a:sym typeface="Open Sans Light"/>
              </a:defRPr>
            </a:lvl8pPr>
            <a:lvl9pPr lvl="8">
              <a:spcBef>
                <a:spcPts val="0"/>
              </a:spcBef>
              <a:spcAft>
                <a:spcPts val="0"/>
              </a:spcAft>
              <a:buNone/>
              <a:defRPr b="1" sz="3400">
                <a:latin typeface="Open Sans Light"/>
                <a:ea typeface="Open Sans Light"/>
                <a:cs typeface="Open Sans Light"/>
                <a:sym typeface="Open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 name="Shape 106"/>
        <p:cNvGrpSpPr/>
        <p:nvPr/>
      </p:nvGrpSpPr>
      <p:grpSpPr>
        <a:xfrm>
          <a:off x="0" y="0"/>
          <a:ext cx="0" cy="0"/>
          <a:chOff x="0" y="0"/>
          <a:chExt cx="0" cy="0"/>
        </a:xfrm>
      </p:grpSpPr>
      <p:sp>
        <p:nvSpPr>
          <p:cNvPr id="107" name="Google Shape;107;p11"/>
          <p:cNvSpPr txBox="1"/>
          <p:nvPr>
            <p:ph hasCustomPrompt="1" type="title"/>
          </p:nvPr>
        </p:nvSpPr>
        <p:spPr>
          <a:xfrm>
            <a:off x="931500" y="3196350"/>
            <a:ext cx="7281000" cy="1005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400"/>
              <a:buNone/>
              <a:defRPr b="1" sz="7700">
                <a:latin typeface="Lato"/>
                <a:ea typeface="Lato"/>
                <a:cs typeface="Lato"/>
                <a:sym typeface="Lato"/>
              </a:defRPr>
            </a:lvl1pPr>
            <a:lvl2pPr lvl="1" algn="ctr">
              <a:spcBef>
                <a:spcPts val="0"/>
              </a:spcBef>
              <a:spcAft>
                <a:spcPts val="0"/>
              </a:spcAft>
              <a:buClr>
                <a:schemeClr val="accent2"/>
              </a:buClr>
              <a:buSzPts val="12000"/>
              <a:buNone/>
              <a:defRPr sz="12000">
                <a:solidFill>
                  <a:schemeClr val="accent2"/>
                </a:solidFill>
              </a:defRPr>
            </a:lvl2pPr>
            <a:lvl3pPr lvl="2" algn="ctr">
              <a:spcBef>
                <a:spcPts val="0"/>
              </a:spcBef>
              <a:spcAft>
                <a:spcPts val="0"/>
              </a:spcAft>
              <a:buClr>
                <a:schemeClr val="accent2"/>
              </a:buClr>
              <a:buSzPts val="12000"/>
              <a:buNone/>
              <a:defRPr sz="12000">
                <a:solidFill>
                  <a:schemeClr val="accent2"/>
                </a:solidFill>
              </a:defRPr>
            </a:lvl3pPr>
            <a:lvl4pPr lvl="3" algn="ctr">
              <a:spcBef>
                <a:spcPts val="0"/>
              </a:spcBef>
              <a:spcAft>
                <a:spcPts val="0"/>
              </a:spcAft>
              <a:buClr>
                <a:schemeClr val="accent2"/>
              </a:buClr>
              <a:buSzPts val="12000"/>
              <a:buNone/>
              <a:defRPr sz="12000">
                <a:solidFill>
                  <a:schemeClr val="accent2"/>
                </a:solidFill>
              </a:defRPr>
            </a:lvl4pPr>
            <a:lvl5pPr lvl="4" algn="ctr">
              <a:spcBef>
                <a:spcPts val="0"/>
              </a:spcBef>
              <a:spcAft>
                <a:spcPts val="0"/>
              </a:spcAft>
              <a:buClr>
                <a:schemeClr val="accent2"/>
              </a:buClr>
              <a:buSzPts val="12000"/>
              <a:buNone/>
              <a:defRPr sz="12000">
                <a:solidFill>
                  <a:schemeClr val="accent2"/>
                </a:solidFill>
              </a:defRPr>
            </a:lvl5pPr>
            <a:lvl6pPr lvl="5" algn="ctr">
              <a:spcBef>
                <a:spcPts val="0"/>
              </a:spcBef>
              <a:spcAft>
                <a:spcPts val="0"/>
              </a:spcAft>
              <a:buClr>
                <a:schemeClr val="accent2"/>
              </a:buClr>
              <a:buSzPts val="12000"/>
              <a:buNone/>
              <a:defRPr sz="12000">
                <a:solidFill>
                  <a:schemeClr val="accent2"/>
                </a:solidFill>
              </a:defRPr>
            </a:lvl6pPr>
            <a:lvl7pPr lvl="6" algn="ctr">
              <a:spcBef>
                <a:spcPts val="0"/>
              </a:spcBef>
              <a:spcAft>
                <a:spcPts val="0"/>
              </a:spcAft>
              <a:buClr>
                <a:schemeClr val="accent2"/>
              </a:buClr>
              <a:buSzPts val="12000"/>
              <a:buNone/>
              <a:defRPr sz="12000">
                <a:solidFill>
                  <a:schemeClr val="accent2"/>
                </a:solidFill>
              </a:defRPr>
            </a:lvl7pPr>
            <a:lvl8pPr lvl="7" algn="ctr">
              <a:spcBef>
                <a:spcPts val="0"/>
              </a:spcBef>
              <a:spcAft>
                <a:spcPts val="0"/>
              </a:spcAft>
              <a:buClr>
                <a:schemeClr val="accent2"/>
              </a:buClr>
              <a:buSzPts val="12000"/>
              <a:buNone/>
              <a:defRPr sz="12000">
                <a:solidFill>
                  <a:schemeClr val="accent2"/>
                </a:solidFill>
              </a:defRPr>
            </a:lvl8pPr>
            <a:lvl9pPr lvl="8" algn="ctr">
              <a:spcBef>
                <a:spcPts val="0"/>
              </a:spcBef>
              <a:spcAft>
                <a:spcPts val="0"/>
              </a:spcAft>
              <a:buClr>
                <a:schemeClr val="accent2"/>
              </a:buClr>
              <a:buSzPts val="12000"/>
              <a:buNone/>
              <a:defRPr sz="12000">
                <a:solidFill>
                  <a:schemeClr val="accent2"/>
                </a:solidFill>
              </a:defRPr>
            </a:lvl9pPr>
          </a:lstStyle>
          <a:p>
            <a:r>
              <a:t>xx%</a:t>
            </a:r>
          </a:p>
        </p:txBody>
      </p:sp>
      <p:sp>
        <p:nvSpPr>
          <p:cNvPr id="108" name="Google Shape;108;p11"/>
          <p:cNvSpPr txBox="1"/>
          <p:nvPr>
            <p:ph idx="1" type="body"/>
          </p:nvPr>
        </p:nvSpPr>
        <p:spPr>
          <a:xfrm>
            <a:off x="1995600" y="4239208"/>
            <a:ext cx="5152800" cy="390000"/>
          </a:xfrm>
          <a:prstGeom prst="rect">
            <a:avLst/>
          </a:prstGeom>
          <a:noFill/>
          <a:ln>
            <a:noFill/>
          </a:ln>
        </p:spPr>
        <p:txBody>
          <a:bodyPr anchorCtr="0" anchor="ctr" bIns="91425" lIns="91425" spcFirstLastPara="1" rIns="91425" wrap="square" tIns="91425">
            <a:noAutofit/>
          </a:bodyPr>
          <a:lstStyle>
            <a:lvl1pPr indent="-330200" lvl="0" marL="457200" algn="ctr">
              <a:spcBef>
                <a:spcPts val="0"/>
              </a:spcBef>
              <a:spcAft>
                <a:spcPts val="0"/>
              </a:spcAft>
              <a:buClr>
                <a:schemeClr val="dk1"/>
              </a:buClr>
              <a:buSzPts val="1600"/>
              <a:buFont typeface="Open Sans"/>
              <a:buChar char="●"/>
              <a:defRPr>
                <a:solidFill>
                  <a:schemeClr val="dk1"/>
                </a:solidFill>
                <a:latin typeface="Open Sans"/>
                <a:ea typeface="Open Sans"/>
                <a:cs typeface="Open Sans"/>
                <a:sym typeface="Open Sans"/>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109" name="Google Shape;109;p11"/>
          <p:cNvSpPr/>
          <p:nvPr/>
        </p:nvSpPr>
        <p:spPr>
          <a:xfrm flipH="1" rot="10800000">
            <a:off x="6018713" y="-496147"/>
            <a:ext cx="5487975" cy="375291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rot="10800000">
            <a:off x="7174863"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flipH="1">
            <a:off x="-1407450" y="2694575"/>
            <a:ext cx="2928383" cy="200304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834885" y="3688064"/>
            <a:ext cx="4240009" cy="275948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007163" y="26670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1181950" y="23518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a:off x="8801413" y="1698138"/>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a:off x="294700" y="7467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479000" y="4769463"/>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2285725" y="12954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9" name="Shape 11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6">
    <p:bg>
      <p:bgPr>
        <a:solidFill>
          <a:schemeClr val="lt1"/>
        </a:solidFill>
      </p:bgPr>
    </p:bg>
    <p:spTree>
      <p:nvGrpSpPr>
        <p:cNvPr id="120" name="Shape 120"/>
        <p:cNvGrpSpPr/>
        <p:nvPr/>
      </p:nvGrpSpPr>
      <p:grpSpPr>
        <a:xfrm>
          <a:off x="0" y="0"/>
          <a:ext cx="0" cy="0"/>
          <a:chOff x="0" y="0"/>
          <a:chExt cx="0" cy="0"/>
        </a:xfrm>
      </p:grpSpPr>
      <p:sp>
        <p:nvSpPr>
          <p:cNvPr id="121" name="Google Shape;121;p13"/>
          <p:cNvSpPr txBox="1"/>
          <p:nvPr>
            <p:ph hasCustomPrompt="1" type="title"/>
          </p:nvPr>
        </p:nvSpPr>
        <p:spPr>
          <a:xfrm>
            <a:off x="1117236" y="1514523"/>
            <a:ext cx="471300" cy="502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b="1" sz="4000">
                <a:solidFill>
                  <a:schemeClr val="dk2"/>
                </a:solidFill>
                <a:latin typeface="Lato"/>
                <a:ea typeface="Lato"/>
                <a:cs typeface="Lato"/>
                <a:sym typeface="Lato"/>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a:r>
              <a:t>xx%</a:t>
            </a:r>
          </a:p>
        </p:txBody>
      </p:sp>
      <p:sp>
        <p:nvSpPr>
          <p:cNvPr id="122" name="Google Shape;122;p13"/>
          <p:cNvSpPr txBox="1"/>
          <p:nvPr>
            <p:ph idx="1" type="subTitle"/>
          </p:nvPr>
        </p:nvSpPr>
        <p:spPr>
          <a:xfrm>
            <a:off x="1588535" y="1543023"/>
            <a:ext cx="2582100" cy="44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sz="2000">
                <a:solidFill>
                  <a:schemeClr val="dk1"/>
                </a:solidFill>
                <a:latin typeface="Lato"/>
                <a:ea typeface="Lato"/>
                <a:cs typeface="Lato"/>
                <a:sym typeface="Lato"/>
              </a:defRPr>
            </a:lvl1pPr>
            <a:lvl2pPr lvl="1" rtl="0">
              <a:spcBef>
                <a:spcPts val="0"/>
              </a:spcBef>
              <a:spcAft>
                <a:spcPts val="0"/>
              </a:spcAft>
              <a:buNone/>
              <a:defRPr b="1" sz="2000">
                <a:solidFill>
                  <a:schemeClr val="dk1"/>
                </a:solidFill>
                <a:latin typeface="Lato"/>
                <a:ea typeface="Lato"/>
                <a:cs typeface="Lato"/>
                <a:sym typeface="Lato"/>
              </a:defRPr>
            </a:lvl2pPr>
            <a:lvl3pPr lvl="2" rtl="0">
              <a:spcBef>
                <a:spcPts val="0"/>
              </a:spcBef>
              <a:spcAft>
                <a:spcPts val="0"/>
              </a:spcAft>
              <a:buNone/>
              <a:defRPr b="1" sz="2000">
                <a:solidFill>
                  <a:schemeClr val="dk1"/>
                </a:solidFill>
                <a:latin typeface="Lato"/>
                <a:ea typeface="Lato"/>
                <a:cs typeface="Lato"/>
                <a:sym typeface="Lato"/>
              </a:defRPr>
            </a:lvl3pPr>
            <a:lvl4pPr lvl="3" rtl="0">
              <a:spcBef>
                <a:spcPts val="0"/>
              </a:spcBef>
              <a:spcAft>
                <a:spcPts val="0"/>
              </a:spcAft>
              <a:buNone/>
              <a:defRPr b="1" sz="2000">
                <a:solidFill>
                  <a:schemeClr val="dk1"/>
                </a:solidFill>
                <a:latin typeface="Lato"/>
                <a:ea typeface="Lato"/>
                <a:cs typeface="Lato"/>
                <a:sym typeface="Lato"/>
              </a:defRPr>
            </a:lvl4pPr>
            <a:lvl5pPr lvl="4" rtl="0">
              <a:spcBef>
                <a:spcPts val="0"/>
              </a:spcBef>
              <a:spcAft>
                <a:spcPts val="0"/>
              </a:spcAft>
              <a:buNone/>
              <a:defRPr b="1" sz="2000">
                <a:solidFill>
                  <a:schemeClr val="dk1"/>
                </a:solidFill>
                <a:latin typeface="Lato"/>
                <a:ea typeface="Lato"/>
                <a:cs typeface="Lato"/>
                <a:sym typeface="Lato"/>
              </a:defRPr>
            </a:lvl5pPr>
            <a:lvl6pPr lvl="5" rtl="0">
              <a:spcBef>
                <a:spcPts val="0"/>
              </a:spcBef>
              <a:spcAft>
                <a:spcPts val="0"/>
              </a:spcAft>
              <a:buNone/>
              <a:defRPr b="1" sz="2000">
                <a:solidFill>
                  <a:schemeClr val="dk1"/>
                </a:solidFill>
                <a:latin typeface="Lato"/>
                <a:ea typeface="Lato"/>
                <a:cs typeface="Lato"/>
                <a:sym typeface="Lato"/>
              </a:defRPr>
            </a:lvl6pPr>
            <a:lvl7pPr lvl="6" rtl="0">
              <a:spcBef>
                <a:spcPts val="0"/>
              </a:spcBef>
              <a:spcAft>
                <a:spcPts val="0"/>
              </a:spcAft>
              <a:buNone/>
              <a:defRPr b="1" sz="2000">
                <a:solidFill>
                  <a:schemeClr val="dk1"/>
                </a:solidFill>
                <a:latin typeface="Lato"/>
                <a:ea typeface="Lato"/>
                <a:cs typeface="Lato"/>
                <a:sym typeface="Lato"/>
              </a:defRPr>
            </a:lvl7pPr>
            <a:lvl8pPr lvl="7" rtl="0">
              <a:spcBef>
                <a:spcPts val="0"/>
              </a:spcBef>
              <a:spcAft>
                <a:spcPts val="0"/>
              </a:spcAft>
              <a:buNone/>
              <a:defRPr b="1" sz="2000">
                <a:solidFill>
                  <a:schemeClr val="dk1"/>
                </a:solidFill>
                <a:latin typeface="Lato"/>
                <a:ea typeface="Lato"/>
                <a:cs typeface="Lato"/>
                <a:sym typeface="Lato"/>
              </a:defRPr>
            </a:lvl8pPr>
            <a:lvl9pPr lvl="8" rtl="0">
              <a:spcBef>
                <a:spcPts val="0"/>
              </a:spcBef>
              <a:spcAft>
                <a:spcPts val="0"/>
              </a:spcAft>
              <a:buNone/>
              <a:defRPr b="1" sz="2000">
                <a:solidFill>
                  <a:schemeClr val="dk1"/>
                </a:solidFill>
                <a:latin typeface="Lato"/>
                <a:ea typeface="Lato"/>
                <a:cs typeface="Lato"/>
                <a:sym typeface="Lato"/>
              </a:defRPr>
            </a:lvl9pPr>
          </a:lstStyle>
          <a:p/>
        </p:txBody>
      </p:sp>
      <p:sp>
        <p:nvSpPr>
          <p:cNvPr id="123" name="Google Shape;123;p13"/>
          <p:cNvSpPr txBox="1"/>
          <p:nvPr>
            <p:ph idx="2" type="subTitle"/>
          </p:nvPr>
        </p:nvSpPr>
        <p:spPr>
          <a:xfrm>
            <a:off x="1588546" y="1997539"/>
            <a:ext cx="2228700" cy="502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Open Sans"/>
                <a:ea typeface="Open Sans"/>
                <a:cs typeface="Open Sans"/>
                <a:sym typeface="Open Sans"/>
              </a:defRPr>
            </a:lvl1pPr>
            <a:lvl2pPr lvl="1" rtl="0">
              <a:lnSpc>
                <a:spcPct val="100000"/>
              </a:lnSpc>
              <a:spcBef>
                <a:spcPts val="0"/>
              </a:spcBef>
              <a:spcAft>
                <a:spcPts val="0"/>
              </a:spcAft>
              <a:buNone/>
              <a:defRPr>
                <a:solidFill>
                  <a:schemeClr val="dk1"/>
                </a:solidFill>
                <a:latin typeface="Open Sans"/>
                <a:ea typeface="Open Sans"/>
                <a:cs typeface="Open Sans"/>
                <a:sym typeface="Open Sans"/>
              </a:defRPr>
            </a:lvl2pPr>
            <a:lvl3pPr lvl="2" rtl="0">
              <a:lnSpc>
                <a:spcPct val="100000"/>
              </a:lnSpc>
              <a:spcBef>
                <a:spcPts val="0"/>
              </a:spcBef>
              <a:spcAft>
                <a:spcPts val="0"/>
              </a:spcAft>
              <a:buNone/>
              <a:defRPr>
                <a:solidFill>
                  <a:schemeClr val="dk1"/>
                </a:solidFill>
                <a:latin typeface="Open Sans"/>
                <a:ea typeface="Open Sans"/>
                <a:cs typeface="Open Sans"/>
                <a:sym typeface="Open Sans"/>
              </a:defRPr>
            </a:lvl3pPr>
            <a:lvl4pPr lvl="3" rtl="0">
              <a:lnSpc>
                <a:spcPct val="100000"/>
              </a:lnSpc>
              <a:spcBef>
                <a:spcPts val="0"/>
              </a:spcBef>
              <a:spcAft>
                <a:spcPts val="0"/>
              </a:spcAft>
              <a:buNone/>
              <a:defRPr>
                <a:solidFill>
                  <a:schemeClr val="dk1"/>
                </a:solidFill>
                <a:latin typeface="Open Sans"/>
                <a:ea typeface="Open Sans"/>
                <a:cs typeface="Open Sans"/>
                <a:sym typeface="Open Sans"/>
              </a:defRPr>
            </a:lvl4pPr>
            <a:lvl5pPr lvl="4" rtl="0">
              <a:lnSpc>
                <a:spcPct val="100000"/>
              </a:lnSpc>
              <a:spcBef>
                <a:spcPts val="0"/>
              </a:spcBef>
              <a:spcAft>
                <a:spcPts val="0"/>
              </a:spcAft>
              <a:buNone/>
              <a:defRPr>
                <a:solidFill>
                  <a:schemeClr val="dk1"/>
                </a:solidFill>
                <a:latin typeface="Open Sans"/>
                <a:ea typeface="Open Sans"/>
                <a:cs typeface="Open Sans"/>
                <a:sym typeface="Open Sans"/>
              </a:defRPr>
            </a:lvl5pPr>
            <a:lvl6pPr lvl="5" rtl="0">
              <a:lnSpc>
                <a:spcPct val="100000"/>
              </a:lnSpc>
              <a:spcBef>
                <a:spcPts val="0"/>
              </a:spcBef>
              <a:spcAft>
                <a:spcPts val="0"/>
              </a:spcAft>
              <a:buNone/>
              <a:defRPr>
                <a:solidFill>
                  <a:schemeClr val="dk1"/>
                </a:solidFill>
                <a:latin typeface="Open Sans"/>
                <a:ea typeface="Open Sans"/>
                <a:cs typeface="Open Sans"/>
                <a:sym typeface="Open Sans"/>
              </a:defRPr>
            </a:lvl6pPr>
            <a:lvl7pPr lvl="6" rtl="0">
              <a:lnSpc>
                <a:spcPct val="100000"/>
              </a:lnSpc>
              <a:spcBef>
                <a:spcPts val="0"/>
              </a:spcBef>
              <a:spcAft>
                <a:spcPts val="0"/>
              </a:spcAft>
              <a:buNone/>
              <a:defRPr>
                <a:solidFill>
                  <a:schemeClr val="dk1"/>
                </a:solidFill>
                <a:latin typeface="Open Sans"/>
                <a:ea typeface="Open Sans"/>
                <a:cs typeface="Open Sans"/>
                <a:sym typeface="Open Sans"/>
              </a:defRPr>
            </a:lvl7pPr>
            <a:lvl8pPr lvl="7" rtl="0">
              <a:lnSpc>
                <a:spcPct val="100000"/>
              </a:lnSpc>
              <a:spcBef>
                <a:spcPts val="0"/>
              </a:spcBef>
              <a:spcAft>
                <a:spcPts val="0"/>
              </a:spcAft>
              <a:buNone/>
              <a:defRPr>
                <a:solidFill>
                  <a:schemeClr val="dk1"/>
                </a:solidFill>
                <a:latin typeface="Open Sans"/>
                <a:ea typeface="Open Sans"/>
                <a:cs typeface="Open Sans"/>
                <a:sym typeface="Open Sans"/>
              </a:defRPr>
            </a:lvl8pPr>
            <a:lvl9pPr lvl="8" rtl="0">
              <a:lnSpc>
                <a:spcPct val="100000"/>
              </a:lnSpc>
              <a:spcBef>
                <a:spcPts val="0"/>
              </a:spcBef>
              <a:spcAft>
                <a:spcPts val="0"/>
              </a:spcAft>
              <a:buNone/>
              <a:defRPr>
                <a:solidFill>
                  <a:schemeClr val="dk1"/>
                </a:solidFill>
                <a:latin typeface="Open Sans"/>
                <a:ea typeface="Open Sans"/>
                <a:cs typeface="Open Sans"/>
                <a:sym typeface="Open Sans"/>
              </a:defRPr>
            </a:lvl9pPr>
          </a:lstStyle>
          <a:p/>
        </p:txBody>
      </p:sp>
      <p:sp>
        <p:nvSpPr>
          <p:cNvPr id="124" name="Google Shape;124;p13"/>
          <p:cNvSpPr txBox="1"/>
          <p:nvPr>
            <p:ph hasCustomPrompt="1" idx="3" type="title"/>
          </p:nvPr>
        </p:nvSpPr>
        <p:spPr>
          <a:xfrm>
            <a:off x="1115739" y="3426498"/>
            <a:ext cx="474300" cy="520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b="1" sz="4000">
                <a:solidFill>
                  <a:schemeClr val="dk2"/>
                </a:solidFill>
                <a:latin typeface="Lato"/>
                <a:ea typeface="Lato"/>
                <a:cs typeface="Lato"/>
                <a:sym typeface="Lato"/>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a:r>
              <a:t>xx%</a:t>
            </a:r>
          </a:p>
        </p:txBody>
      </p:sp>
      <p:sp>
        <p:nvSpPr>
          <p:cNvPr id="125" name="Google Shape;125;p13"/>
          <p:cNvSpPr txBox="1"/>
          <p:nvPr>
            <p:ph idx="4" type="subTitle"/>
          </p:nvPr>
        </p:nvSpPr>
        <p:spPr>
          <a:xfrm>
            <a:off x="1588535" y="3458861"/>
            <a:ext cx="2582100" cy="44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sz="2000">
                <a:solidFill>
                  <a:schemeClr val="dk1"/>
                </a:solidFill>
                <a:latin typeface="Lato"/>
                <a:ea typeface="Lato"/>
                <a:cs typeface="Lato"/>
                <a:sym typeface="Lato"/>
              </a:defRPr>
            </a:lvl1pPr>
            <a:lvl2pPr lvl="1" rtl="0">
              <a:spcBef>
                <a:spcPts val="0"/>
              </a:spcBef>
              <a:spcAft>
                <a:spcPts val="0"/>
              </a:spcAft>
              <a:buNone/>
              <a:defRPr b="1" sz="2000">
                <a:solidFill>
                  <a:schemeClr val="dk1"/>
                </a:solidFill>
                <a:latin typeface="Lato"/>
                <a:ea typeface="Lato"/>
                <a:cs typeface="Lato"/>
                <a:sym typeface="Lato"/>
              </a:defRPr>
            </a:lvl2pPr>
            <a:lvl3pPr lvl="2" rtl="0">
              <a:spcBef>
                <a:spcPts val="0"/>
              </a:spcBef>
              <a:spcAft>
                <a:spcPts val="0"/>
              </a:spcAft>
              <a:buNone/>
              <a:defRPr b="1" sz="2000">
                <a:solidFill>
                  <a:schemeClr val="dk1"/>
                </a:solidFill>
                <a:latin typeface="Lato"/>
                <a:ea typeface="Lato"/>
                <a:cs typeface="Lato"/>
                <a:sym typeface="Lato"/>
              </a:defRPr>
            </a:lvl3pPr>
            <a:lvl4pPr lvl="3" rtl="0">
              <a:spcBef>
                <a:spcPts val="0"/>
              </a:spcBef>
              <a:spcAft>
                <a:spcPts val="0"/>
              </a:spcAft>
              <a:buNone/>
              <a:defRPr b="1" sz="2000">
                <a:solidFill>
                  <a:schemeClr val="dk1"/>
                </a:solidFill>
                <a:latin typeface="Lato"/>
                <a:ea typeface="Lato"/>
                <a:cs typeface="Lato"/>
                <a:sym typeface="Lato"/>
              </a:defRPr>
            </a:lvl4pPr>
            <a:lvl5pPr lvl="4" rtl="0">
              <a:spcBef>
                <a:spcPts val="0"/>
              </a:spcBef>
              <a:spcAft>
                <a:spcPts val="0"/>
              </a:spcAft>
              <a:buNone/>
              <a:defRPr b="1" sz="2000">
                <a:solidFill>
                  <a:schemeClr val="dk1"/>
                </a:solidFill>
                <a:latin typeface="Lato"/>
                <a:ea typeface="Lato"/>
                <a:cs typeface="Lato"/>
                <a:sym typeface="Lato"/>
              </a:defRPr>
            </a:lvl5pPr>
            <a:lvl6pPr lvl="5" rtl="0">
              <a:spcBef>
                <a:spcPts val="0"/>
              </a:spcBef>
              <a:spcAft>
                <a:spcPts val="0"/>
              </a:spcAft>
              <a:buNone/>
              <a:defRPr b="1" sz="2000">
                <a:solidFill>
                  <a:schemeClr val="dk1"/>
                </a:solidFill>
                <a:latin typeface="Lato"/>
                <a:ea typeface="Lato"/>
                <a:cs typeface="Lato"/>
                <a:sym typeface="Lato"/>
              </a:defRPr>
            </a:lvl6pPr>
            <a:lvl7pPr lvl="6" rtl="0">
              <a:spcBef>
                <a:spcPts val="0"/>
              </a:spcBef>
              <a:spcAft>
                <a:spcPts val="0"/>
              </a:spcAft>
              <a:buNone/>
              <a:defRPr b="1" sz="2000">
                <a:solidFill>
                  <a:schemeClr val="dk1"/>
                </a:solidFill>
                <a:latin typeface="Lato"/>
                <a:ea typeface="Lato"/>
                <a:cs typeface="Lato"/>
                <a:sym typeface="Lato"/>
              </a:defRPr>
            </a:lvl7pPr>
            <a:lvl8pPr lvl="7" rtl="0">
              <a:spcBef>
                <a:spcPts val="0"/>
              </a:spcBef>
              <a:spcAft>
                <a:spcPts val="0"/>
              </a:spcAft>
              <a:buNone/>
              <a:defRPr b="1" sz="2000">
                <a:solidFill>
                  <a:schemeClr val="dk1"/>
                </a:solidFill>
                <a:latin typeface="Lato"/>
                <a:ea typeface="Lato"/>
                <a:cs typeface="Lato"/>
                <a:sym typeface="Lato"/>
              </a:defRPr>
            </a:lvl8pPr>
            <a:lvl9pPr lvl="8" rtl="0">
              <a:spcBef>
                <a:spcPts val="0"/>
              </a:spcBef>
              <a:spcAft>
                <a:spcPts val="0"/>
              </a:spcAft>
              <a:buNone/>
              <a:defRPr b="1" sz="2000">
                <a:solidFill>
                  <a:schemeClr val="dk1"/>
                </a:solidFill>
                <a:latin typeface="Lato"/>
                <a:ea typeface="Lato"/>
                <a:cs typeface="Lato"/>
                <a:sym typeface="Lato"/>
              </a:defRPr>
            </a:lvl9pPr>
          </a:lstStyle>
          <a:p/>
        </p:txBody>
      </p:sp>
      <p:sp>
        <p:nvSpPr>
          <p:cNvPr id="126" name="Google Shape;126;p13"/>
          <p:cNvSpPr txBox="1"/>
          <p:nvPr>
            <p:ph idx="5" type="subTitle"/>
          </p:nvPr>
        </p:nvSpPr>
        <p:spPr>
          <a:xfrm>
            <a:off x="1588546" y="3910839"/>
            <a:ext cx="2228700" cy="502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Open Sans"/>
                <a:ea typeface="Open Sans"/>
                <a:cs typeface="Open Sans"/>
                <a:sym typeface="Open Sans"/>
              </a:defRPr>
            </a:lvl1pPr>
            <a:lvl2pPr lvl="1" rtl="0">
              <a:lnSpc>
                <a:spcPct val="100000"/>
              </a:lnSpc>
              <a:spcBef>
                <a:spcPts val="0"/>
              </a:spcBef>
              <a:spcAft>
                <a:spcPts val="0"/>
              </a:spcAft>
              <a:buNone/>
              <a:defRPr>
                <a:solidFill>
                  <a:schemeClr val="dk1"/>
                </a:solidFill>
                <a:latin typeface="Open Sans"/>
                <a:ea typeface="Open Sans"/>
                <a:cs typeface="Open Sans"/>
                <a:sym typeface="Open Sans"/>
              </a:defRPr>
            </a:lvl2pPr>
            <a:lvl3pPr lvl="2" rtl="0">
              <a:lnSpc>
                <a:spcPct val="100000"/>
              </a:lnSpc>
              <a:spcBef>
                <a:spcPts val="0"/>
              </a:spcBef>
              <a:spcAft>
                <a:spcPts val="0"/>
              </a:spcAft>
              <a:buNone/>
              <a:defRPr>
                <a:solidFill>
                  <a:schemeClr val="dk1"/>
                </a:solidFill>
                <a:latin typeface="Open Sans"/>
                <a:ea typeface="Open Sans"/>
                <a:cs typeface="Open Sans"/>
                <a:sym typeface="Open Sans"/>
              </a:defRPr>
            </a:lvl3pPr>
            <a:lvl4pPr lvl="3" rtl="0">
              <a:lnSpc>
                <a:spcPct val="100000"/>
              </a:lnSpc>
              <a:spcBef>
                <a:spcPts val="0"/>
              </a:spcBef>
              <a:spcAft>
                <a:spcPts val="0"/>
              </a:spcAft>
              <a:buNone/>
              <a:defRPr>
                <a:solidFill>
                  <a:schemeClr val="dk1"/>
                </a:solidFill>
                <a:latin typeface="Open Sans"/>
                <a:ea typeface="Open Sans"/>
                <a:cs typeface="Open Sans"/>
                <a:sym typeface="Open Sans"/>
              </a:defRPr>
            </a:lvl4pPr>
            <a:lvl5pPr lvl="4" rtl="0">
              <a:lnSpc>
                <a:spcPct val="100000"/>
              </a:lnSpc>
              <a:spcBef>
                <a:spcPts val="0"/>
              </a:spcBef>
              <a:spcAft>
                <a:spcPts val="0"/>
              </a:spcAft>
              <a:buNone/>
              <a:defRPr>
                <a:solidFill>
                  <a:schemeClr val="dk1"/>
                </a:solidFill>
                <a:latin typeface="Open Sans"/>
                <a:ea typeface="Open Sans"/>
                <a:cs typeface="Open Sans"/>
                <a:sym typeface="Open Sans"/>
              </a:defRPr>
            </a:lvl5pPr>
            <a:lvl6pPr lvl="5" rtl="0">
              <a:lnSpc>
                <a:spcPct val="100000"/>
              </a:lnSpc>
              <a:spcBef>
                <a:spcPts val="0"/>
              </a:spcBef>
              <a:spcAft>
                <a:spcPts val="0"/>
              </a:spcAft>
              <a:buNone/>
              <a:defRPr>
                <a:solidFill>
                  <a:schemeClr val="dk1"/>
                </a:solidFill>
                <a:latin typeface="Open Sans"/>
                <a:ea typeface="Open Sans"/>
                <a:cs typeface="Open Sans"/>
                <a:sym typeface="Open Sans"/>
              </a:defRPr>
            </a:lvl6pPr>
            <a:lvl7pPr lvl="6" rtl="0">
              <a:lnSpc>
                <a:spcPct val="100000"/>
              </a:lnSpc>
              <a:spcBef>
                <a:spcPts val="0"/>
              </a:spcBef>
              <a:spcAft>
                <a:spcPts val="0"/>
              </a:spcAft>
              <a:buNone/>
              <a:defRPr>
                <a:solidFill>
                  <a:schemeClr val="dk1"/>
                </a:solidFill>
                <a:latin typeface="Open Sans"/>
                <a:ea typeface="Open Sans"/>
                <a:cs typeface="Open Sans"/>
                <a:sym typeface="Open Sans"/>
              </a:defRPr>
            </a:lvl7pPr>
            <a:lvl8pPr lvl="7" rtl="0">
              <a:lnSpc>
                <a:spcPct val="100000"/>
              </a:lnSpc>
              <a:spcBef>
                <a:spcPts val="0"/>
              </a:spcBef>
              <a:spcAft>
                <a:spcPts val="0"/>
              </a:spcAft>
              <a:buNone/>
              <a:defRPr>
                <a:solidFill>
                  <a:schemeClr val="dk1"/>
                </a:solidFill>
                <a:latin typeface="Open Sans"/>
                <a:ea typeface="Open Sans"/>
                <a:cs typeface="Open Sans"/>
                <a:sym typeface="Open Sans"/>
              </a:defRPr>
            </a:lvl8pPr>
            <a:lvl9pPr lvl="8" rtl="0">
              <a:lnSpc>
                <a:spcPct val="100000"/>
              </a:lnSpc>
              <a:spcBef>
                <a:spcPts val="0"/>
              </a:spcBef>
              <a:spcAft>
                <a:spcPts val="0"/>
              </a:spcAft>
              <a:buNone/>
              <a:defRPr>
                <a:solidFill>
                  <a:schemeClr val="dk1"/>
                </a:solidFill>
                <a:latin typeface="Open Sans"/>
                <a:ea typeface="Open Sans"/>
                <a:cs typeface="Open Sans"/>
                <a:sym typeface="Open Sans"/>
              </a:defRPr>
            </a:lvl9pPr>
          </a:lstStyle>
          <a:p/>
        </p:txBody>
      </p:sp>
      <p:sp>
        <p:nvSpPr>
          <p:cNvPr id="127" name="Google Shape;127;p13"/>
          <p:cNvSpPr txBox="1"/>
          <p:nvPr>
            <p:ph hasCustomPrompt="1" idx="6" type="title"/>
          </p:nvPr>
        </p:nvSpPr>
        <p:spPr>
          <a:xfrm>
            <a:off x="5203456" y="1486473"/>
            <a:ext cx="4713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b="1" sz="4000">
                <a:solidFill>
                  <a:schemeClr val="dk2"/>
                </a:solidFill>
                <a:latin typeface="Lato"/>
                <a:ea typeface="Lato"/>
                <a:cs typeface="Lato"/>
                <a:sym typeface="Lato"/>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a:r>
              <a:t>xx%</a:t>
            </a:r>
          </a:p>
        </p:txBody>
      </p:sp>
      <p:sp>
        <p:nvSpPr>
          <p:cNvPr id="128" name="Google Shape;128;p13"/>
          <p:cNvSpPr txBox="1"/>
          <p:nvPr>
            <p:ph idx="7" type="subTitle"/>
          </p:nvPr>
        </p:nvSpPr>
        <p:spPr>
          <a:xfrm>
            <a:off x="5674760" y="1543023"/>
            <a:ext cx="2582100" cy="44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sz="2000">
                <a:solidFill>
                  <a:schemeClr val="dk1"/>
                </a:solidFill>
                <a:latin typeface="Lato"/>
                <a:ea typeface="Lato"/>
                <a:cs typeface="Lato"/>
                <a:sym typeface="Lato"/>
              </a:defRPr>
            </a:lvl1pPr>
            <a:lvl2pPr lvl="1" rtl="0">
              <a:spcBef>
                <a:spcPts val="0"/>
              </a:spcBef>
              <a:spcAft>
                <a:spcPts val="0"/>
              </a:spcAft>
              <a:buNone/>
              <a:defRPr b="1" sz="2000">
                <a:solidFill>
                  <a:schemeClr val="dk1"/>
                </a:solidFill>
                <a:latin typeface="Lato"/>
                <a:ea typeface="Lato"/>
                <a:cs typeface="Lato"/>
                <a:sym typeface="Lato"/>
              </a:defRPr>
            </a:lvl2pPr>
            <a:lvl3pPr lvl="2" rtl="0">
              <a:spcBef>
                <a:spcPts val="0"/>
              </a:spcBef>
              <a:spcAft>
                <a:spcPts val="0"/>
              </a:spcAft>
              <a:buNone/>
              <a:defRPr b="1" sz="2000">
                <a:solidFill>
                  <a:schemeClr val="dk1"/>
                </a:solidFill>
                <a:latin typeface="Lato"/>
                <a:ea typeface="Lato"/>
                <a:cs typeface="Lato"/>
                <a:sym typeface="Lato"/>
              </a:defRPr>
            </a:lvl3pPr>
            <a:lvl4pPr lvl="3" rtl="0">
              <a:spcBef>
                <a:spcPts val="0"/>
              </a:spcBef>
              <a:spcAft>
                <a:spcPts val="0"/>
              </a:spcAft>
              <a:buNone/>
              <a:defRPr b="1" sz="2000">
                <a:solidFill>
                  <a:schemeClr val="dk1"/>
                </a:solidFill>
                <a:latin typeface="Lato"/>
                <a:ea typeface="Lato"/>
                <a:cs typeface="Lato"/>
                <a:sym typeface="Lato"/>
              </a:defRPr>
            </a:lvl4pPr>
            <a:lvl5pPr lvl="4" rtl="0">
              <a:spcBef>
                <a:spcPts val="0"/>
              </a:spcBef>
              <a:spcAft>
                <a:spcPts val="0"/>
              </a:spcAft>
              <a:buNone/>
              <a:defRPr b="1" sz="2000">
                <a:solidFill>
                  <a:schemeClr val="dk1"/>
                </a:solidFill>
                <a:latin typeface="Lato"/>
                <a:ea typeface="Lato"/>
                <a:cs typeface="Lato"/>
                <a:sym typeface="Lato"/>
              </a:defRPr>
            </a:lvl5pPr>
            <a:lvl6pPr lvl="5" rtl="0">
              <a:spcBef>
                <a:spcPts val="0"/>
              </a:spcBef>
              <a:spcAft>
                <a:spcPts val="0"/>
              </a:spcAft>
              <a:buNone/>
              <a:defRPr b="1" sz="2000">
                <a:solidFill>
                  <a:schemeClr val="dk1"/>
                </a:solidFill>
                <a:latin typeface="Lato"/>
                <a:ea typeface="Lato"/>
                <a:cs typeface="Lato"/>
                <a:sym typeface="Lato"/>
              </a:defRPr>
            </a:lvl6pPr>
            <a:lvl7pPr lvl="6" rtl="0">
              <a:spcBef>
                <a:spcPts val="0"/>
              </a:spcBef>
              <a:spcAft>
                <a:spcPts val="0"/>
              </a:spcAft>
              <a:buNone/>
              <a:defRPr b="1" sz="2000">
                <a:solidFill>
                  <a:schemeClr val="dk1"/>
                </a:solidFill>
                <a:latin typeface="Lato"/>
                <a:ea typeface="Lato"/>
                <a:cs typeface="Lato"/>
                <a:sym typeface="Lato"/>
              </a:defRPr>
            </a:lvl7pPr>
            <a:lvl8pPr lvl="7" rtl="0">
              <a:spcBef>
                <a:spcPts val="0"/>
              </a:spcBef>
              <a:spcAft>
                <a:spcPts val="0"/>
              </a:spcAft>
              <a:buNone/>
              <a:defRPr b="1" sz="2000">
                <a:solidFill>
                  <a:schemeClr val="dk1"/>
                </a:solidFill>
                <a:latin typeface="Lato"/>
                <a:ea typeface="Lato"/>
                <a:cs typeface="Lato"/>
                <a:sym typeface="Lato"/>
              </a:defRPr>
            </a:lvl8pPr>
            <a:lvl9pPr lvl="8" rtl="0">
              <a:spcBef>
                <a:spcPts val="0"/>
              </a:spcBef>
              <a:spcAft>
                <a:spcPts val="0"/>
              </a:spcAft>
              <a:buNone/>
              <a:defRPr b="1" sz="2000">
                <a:solidFill>
                  <a:schemeClr val="dk1"/>
                </a:solidFill>
                <a:latin typeface="Lato"/>
                <a:ea typeface="Lato"/>
                <a:cs typeface="Lato"/>
                <a:sym typeface="Lato"/>
              </a:defRPr>
            </a:lvl9pPr>
          </a:lstStyle>
          <a:p/>
        </p:txBody>
      </p:sp>
      <p:sp>
        <p:nvSpPr>
          <p:cNvPr id="129" name="Google Shape;129;p13"/>
          <p:cNvSpPr txBox="1"/>
          <p:nvPr>
            <p:ph idx="8" type="subTitle"/>
          </p:nvPr>
        </p:nvSpPr>
        <p:spPr>
          <a:xfrm>
            <a:off x="5674771" y="1997539"/>
            <a:ext cx="2228700" cy="502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Open Sans"/>
                <a:ea typeface="Open Sans"/>
                <a:cs typeface="Open Sans"/>
                <a:sym typeface="Open Sans"/>
              </a:defRPr>
            </a:lvl1pPr>
            <a:lvl2pPr lvl="1" rtl="0">
              <a:lnSpc>
                <a:spcPct val="100000"/>
              </a:lnSpc>
              <a:spcBef>
                <a:spcPts val="0"/>
              </a:spcBef>
              <a:spcAft>
                <a:spcPts val="0"/>
              </a:spcAft>
              <a:buNone/>
              <a:defRPr>
                <a:solidFill>
                  <a:schemeClr val="dk1"/>
                </a:solidFill>
                <a:latin typeface="Open Sans"/>
                <a:ea typeface="Open Sans"/>
                <a:cs typeface="Open Sans"/>
                <a:sym typeface="Open Sans"/>
              </a:defRPr>
            </a:lvl2pPr>
            <a:lvl3pPr lvl="2" rtl="0">
              <a:lnSpc>
                <a:spcPct val="100000"/>
              </a:lnSpc>
              <a:spcBef>
                <a:spcPts val="0"/>
              </a:spcBef>
              <a:spcAft>
                <a:spcPts val="0"/>
              </a:spcAft>
              <a:buNone/>
              <a:defRPr>
                <a:solidFill>
                  <a:schemeClr val="dk1"/>
                </a:solidFill>
                <a:latin typeface="Open Sans"/>
                <a:ea typeface="Open Sans"/>
                <a:cs typeface="Open Sans"/>
                <a:sym typeface="Open Sans"/>
              </a:defRPr>
            </a:lvl3pPr>
            <a:lvl4pPr lvl="3" rtl="0">
              <a:lnSpc>
                <a:spcPct val="100000"/>
              </a:lnSpc>
              <a:spcBef>
                <a:spcPts val="0"/>
              </a:spcBef>
              <a:spcAft>
                <a:spcPts val="0"/>
              </a:spcAft>
              <a:buNone/>
              <a:defRPr>
                <a:solidFill>
                  <a:schemeClr val="dk1"/>
                </a:solidFill>
                <a:latin typeface="Open Sans"/>
                <a:ea typeface="Open Sans"/>
                <a:cs typeface="Open Sans"/>
                <a:sym typeface="Open Sans"/>
              </a:defRPr>
            </a:lvl4pPr>
            <a:lvl5pPr lvl="4" rtl="0">
              <a:lnSpc>
                <a:spcPct val="100000"/>
              </a:lnSpc>
              <a:spcBef>
                <a:spcPts val="0"/>
              </a:spcBef>
              <a:spcAft>
                <a:spcPts val="0"/>
              </a:spcAft>
              <a:buNone/>
              <a:defRPr>
                <a:solidFill>
                  <a:schemeClr val="dk1"/>
                </a:solidFill>
                <a:latin typeface="Open Sans"/>
                <a:ea typeface="Open Sans"/>
                <a:cs typeface="Open Sans"/>
                <a:sym typeface="Open Sans"/>
              </a:defRPr>
            </a:lvl5pPr>
            <a:lvl6pPr lvl="5" rtl="0">
              <a:lnSpc>
                <a:spcPct val="100000"/>
              </a:lnSpc>
              <a:spcBef>
                <a:spcPts val="0"/>
              </a:spcBef>
              <a:spcAft>
                <a:spcPts val="0"/>
              </a:spcAft>
              <a:buNone/>
              <a:defRPr>
                <a:solidFill>
                  <a:schemeClr val="dk1"/>
                </a:solidFill>
                <a:latin typeface="Open Sans"/>
                <a:ea typeface="Open Sans"/>
                <a:cs typeface="Open Sans"/>
                <a:sym typeface="Open Sans"/>
              </a:defRPr>
            </a:lvl6pPr>
            <a:lvl7pPr lvl="6" rtl="0">
              <a:lnSpc>
                <a:spcPct val="100000"/>
              </a:lnSpc>
              <a:spcBef>
                <a:spcPts val="0"/>
              </a:spcBef>
              <a:spcAft>
                <a:spcPts val="0"/>
              </a:spcAft>
              <a:buNone/>
              <a:defRPr>
                <a:solidFill>
                  <a:schemeClr val="dk1"/>
                </a:solidFill>
                <a:latin typeface="Open Sans"/>
                <a:ea typeface="Open Sans"/>
                <a:cs typeface="Open Sans"/>
                <a:sym typeface="Open Sans"/>
              </a:defRPr>
            </a:lvl7pPr>
            <a:lvl8pPr lvl="7" rtl="0">
              <a:lnSpc>
                <a:spcPct val="100000"/>
              </a:lnSpc>
              <a:spcBef>
                <a:spcPts val="0"/>
              </a:spcBef>
              <a:spcAft>
                <a:spcPts val="0"/>
              </a:spcAft>
              <a:buNone/>
              <a:defRPr>
                <a:solidFill>
                  <a:schemeClr val="dk1"/>
                </a:solidFill>
                <a:latin typeface="Open Sans"/>
                <a:ea typeface="Open Sans"/>
                <a:cs typeface="Open Sans"/>
                <a:sym typeface="Open Sans"/>
              </a:defRPr>
            </a:lvl8pPr>
            <a:lvl9pPr lvl="8" rtl="0">
              <a:lnSpc>
                <a:spcPct val="100000"/>
              </a:lnSpc>
              <a:spcBef>
                <a:spcPts val="0"/>
              </a:spcBef>
              <a:spcAft>
                <a:spcPts val="0"/>
              </a:spcAft>
              <a:buNone/>
              <a:defRPr>
                <a:solidFill>
                  <a:schemeClr val="dk1"/>
                </a:solidFill>
                <a:latin typeface="Open Sans"/>
                <a:ea typeface="Open Sans"/>
                <a:cs typeface="Open Sans"/>
                <a:sym typeface="Open Sans"/>
              </a:defRPr>
            </a:lvl9pPr>
          </a:lstStyle>
          <a:p/>
        </p:txBody>
      </p:sp>
      <p:sp>
        <p:nvSpPr>
          <p:cNvPr id="130" name="Google Shape;130;p13"/>
          <p:cNvSpPr txBox="1"/>
          <p:nvPr>
            <p:ph hasCustomPrompt="1" idx="9" type="title"/>
          </p:nvPr>
        </p:nvSpPr>
        <p:spPr>
          <a:xfrm>
            <a:off x="5203456" y="3380598"/>
            <a:ext cx="471300" cy="612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b="1" sz="4000">
                <a:solidFill>
                  <a:schemeClr val="dk2"/>
                </a:solidFill>
                <a:latin typeface="Lato"/>
                <a:ea typeface="Lato"/>
                <a:cs typeface="Lato"/>
                <a:sym typeface="Lato"/>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a:r>
              <a:t>xx%</a:t>
            </a:r>
          </a:p>
        </p:txBody>
      </p:sp>
      <p:sp>
        <p:nvSpPr>
          <p:cNvPr id="131" name="Google Shape;131;p13"/>
          <p:cNvSpPr txBox="1"/>
          <p:nvPr>
            <p:ph idx="13" type="subTitle"/>
          </p:nvPr>
        </p:nvSpPr>
        <p:spPr>
          <a:xfrm>
            <a:off x="5674761" y="3458861"/>
            <a:ext cx="2582100" cy="44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sz="2000">
                <a:solidFill>
                  <a:schemeClr val="dk1"/>
                </a:solidFill>
                <a:latin typeface="Lato"/>
                <a:ea typeface="Lato"/>
                <a:cs typeface="Lato"/>
                <a:sym typeface="Lato"/>
              </a:defRPr>
            </a:lvl1pPr>
            <a:lvl2pPr lvl="1" rtl="0">
              <a:spcBef>
                <a:spcPts val="0"/>
              </a:spcBef>
              <a:spcAft>
                <a:spcPts val="0"/>
              </a:spcAft>
              <a:buNone/>
              <a:defRPr b="1" sz="2000">
                <a:solidFill>
                  <a:schemeClr val="dk1"/>
                </a:solidFill>
                <a:latin typeface="Lato"/>
                <a:ea typeface="Lato"/>
                <a:cs typeface="Lato"/>
                <a:sym typeface="Lato"/>
              </a:defRPr>
            </a:lvl2pPr>
            <a:lvl3pPr lvl="2" rtl="0">
              <a:spcBef>
                <a:spcPts val="0"/>
              </a:spcBef>
              <a:spcAft>
                <a:spcPts val="0"/>
              </a:spcAft>
              <a:buNone/>
              <a:defRPr b="1" sz="2000">
                <a:solidFill>
                  <a:schemeClr val="dk1"/>
                </a:solidFill>
                <a:latin typeface="Lato"/>
                <a:ea typeface="Lato"/>
                <a:cs typeface="Lato"/>
                <a:sym typeface="Lato"/>
              </a:defRPr>
            </a:lvl3pPr>
            <a:lvl4pPr lvl="3" rtl="0">
              <a:spcBef>
                <a:spcPts val="0"/>
              </a:spcBef>
              <a:spcAft>
                <a:spcPts val="0"/>
              </a:spcAft>
              <a:buNone/>
              <a:defRPr b="1" sz="2000">
                <a:solidFill>
                  <a:schemeClr val="dk1"/>
                </a:solidFill>
                <a:latin typeface="Lato"/>
                <a:ea typeface="Lato"/>
                <a:cs typeface="Lato"/>
                <a:sym typeface="Lato"/>
              </a:defRPr>
            </a:lvl4pPr>
            <a:lvl5pPr lvl="4" rtl="0">
              <a:spcBef>
                <a:spcPts val="0"/>
              </a:spcBef>
              <a:spcAft>
                <a:spcPts val="0"/>
              </a:spcAft>
              <a:buNone/>
              <a:defRPr b="1" sz="2000">
                <a:solidFill>
                  <a:schemeClr val="dk1"/>
                </a:solidFill>
                <a:latin typeface="Lato"/>
                <a:ea typeface="Lato"/>
                <a:cs typeface="Lato"/>
                <a:sym typeface="Lato"/>
              </a:defRPr>
            </a:lvl5pPr>
            <a:lvl6pPr lvl="5" rtl="0">
              <a:spcBef>
                <a:spcPts val="0"/>
              </a:spcBef>
              <a:spcAft>
                <a:spcPts val="0"/>
              </a:spcAft>
              <a:buNone/>
              <a:defRPr b="1" sz="2000">
                <a:solidFill>
                  <a:schemeClr val="dk1"/>
                </a:solidFill>
                <a:latin typeface="Lato"/>
                <a:ea typeface="Lato"/>
                <a:cs typeface="Lato"/>
                <a:sym typeface="Lato"/>
              </a:defRPr>
            </a:lvl6pPr>
            <a:lvl7pPr lvl="6" rtl="0">
              <a:spcBef>
                <a:spcPts val="0"/>
              </a:spcBef>
              <a:spcAft>
                <a:spcPts val="0"/>
              </a:spcAft>
              <a:buNone/>
              <a:defRPr b="1" sz="2000">
                <a:solidFill>
                  <a:schemeClr val="dk1"/>
                </a:solidFill>
                <a:latin typeface="Lato"/>
                <a:ea typeface="Lato"/>
                <a:cs typeface="Lato"/>
                <a:sym typeface="Lato"/>
              </a:defRPr>
            </a:lvl7pPr>
            <a:lvl8pPr lvl="7" rtl="0">
              <a:spcBef>
                <a:spcPts val="0"/>
              </a:spcBef>
              <a:spcAft>
                <a:spcPts val="0"/>
              </a:spcAft>
              <a:buNone/>
              <a:defRPr b="1" sz="2000">
                <a:solidFill>
                  <a:schemeClr val="dk1"/>
                </a:solidFill>
                <a:latin typeface="Lato"/>
                <a:ea typeface="Lato"/>
                <a:cs typeface="Lato"/>
                <a:sym typeface="Lato"/>
              </a:defRPr>
            </a:lvl8pPr>
            <a:lvl9pPr lvl="8" rtl="0">
              <a:spcBef>
                <a:spcPts val="0"/>
              </a:spcBef>
              <a:spcAft>
                <a:spcPts val="0"/>
              </a:spcAft>
              <a:buNone/>
              <a:defRPr b="1" sz="2000">
                <a:solidFill>
                  <a:schemeClr val="dk1"/>
                </a:solidFill>
                <a:latin typeface="Lato"/>
                <a:ea typeface="Lato"/>
                <a:cs typeface="Lato"/>
                <a:sym typeface="Lato"/>
              </a:defRPr>
            </a:lvl9pPr>
          </a:lstStyle>
          <a:p/>
        </p:txBody>
      </p:sp>
      <p:sp>
        <p:nvSpPr>
          <p:cNvPr id="132" name="Google Shape;132;p13"/>
          <p:cNvSpPr txBox="1"/>
          <p:nvPr>
            <p:ph idx="14" type="subTitle"/>
          </p:nvPr>
        </p:nvSpPr>
        <p:spPr>
          <a:xfrm>
            <a:off x="5827171" y="3910839"/>
            <a:ext cx="2228700" cy="502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Open Sans"/>
                <a:ea typeface="Open Sans"/>
                <a:cs typeface="Open Sans"/>
                <a:sym typeface="Open Sans"/>
              </a:defRPr>
            </a:lvl1pPr>
            <a:lvl2pPr lvl="1" rtl="0">
              <a:lnSpc>
                <a:spcPct val="100000"/>
              </a:lnSpc>
              <a:spcBef>
                <a:spcPts val="0"/>
              </a:spcBef>
              <a:spcAft>
                <a:spcPts val="0"/>
              </a:spcAft>
              <a:buNone/>
              <a:defRPr>
                <a:solidFill>
                  <a:schemeClr val="dk1"/>
                </a:solidFill>
                <a:latin typeface="Open Sans"/>
                <a:ea typeface="Open Sans"/>
                <a:cs typeface="Open Sans"/>
                <a:sym typeface="Open Sans"/>
              </a:defRPr>
            </a:lvl2pPr>
            <a:lvl3pPr lvl="2" rtl="0">
              <a:lnSpc>
                <a:spcPct val="100000"/>
              </a:lnSpc>
              <a:spcBef>
                <a:spcPts val="0"/>
              </a:spcBef>
              <a:spcAft>
                <a:spcPts val="0"/>
              </a:spcAft>
              <a:buNone/>
              <a:defRPr>
                <a:solidFill>
                  <a:schemeClr val="dk1"/>
                </a:solidFill>
                <a:latin typeface="Open Sans"/>
                <a:ea typeface="Open Sans"/>
                <a:cs typeface="Open Sans"/>
                <a:sym typeface="Open Sans"/>
              </a:defRPr>
            </a:lvl3pPr>
            <a:lvl4pPr lvl="3" rtl="0">
              <a:lnSpc>
                <a:spcPct val="100000"/>
              </a:lnSpc>
              <a:spcBef>
                <a:spcPts val="0"/>
              </a:spcBef>
              <a:spcAft>
                <a:spcPts val="0"/>
              </a:spcAft>
              <a:buNone/>
              <a:defRPr>
                <a:solidFill>
                  <a:schemeClr val="dk1"/>
                </a:solidFill>
                <a:latin typeface="Open Sans"/>
                <a:ea typeface="Open Sans"/>
                <a:cs typeface="Open Sans"/>
                <a:sym typeface="Open Sans"/>
              </a:defRPr>
            </a:lvl4pPr>
            <a:lvl5pPr lvl="4" rtl="0">
              <a:lnSpc>
                <a:spcPct val="100000"/>
              </a:lnSpc>
              <a:spcBef>
                <a:spcPts val="0"/>
              </a:spcBef>
              <a:spcAft>
                <a:spcPts val="0"/>
              </a:spcAft>
              <a:buNone/>
              <a:defRPr>
                <a:solidFill>
                  <a:schemeClr val="dk1"/>
                </a:solidFill>
                <a:latin typeface="Open Sans"/>
                <a:ea typeface="Open Sans"/>
                <a:cs typeface="Open Sans"/>
                <a:sym typeface="Open Sans"/>
              </a:defRPr>
            </a:lvl5pPr>
            <a:lvl6pPr lvl="5" rtl="0">
              <a:lnSpc>
                <a:spcPct val="100000"/>
              </a:lnSpc>
              <a:spcBef>
                <a:spcPts val="0"/>
              </a:spcBef>
              <a:spcAft>
                <a:spcPts val="0"/>
              </a:spcAft>
              <a:buNone/>
              <a:defRPr>
                <a:solidFill>
                  <a:schemeClr val="dk1"/>
                </a:solidFill>
                <a:latin typeface="Open Sans"/>
                <a:ea typeface="Open Sans"/>
                <a:cs typeface="Open Sans"/>
                <a:sym typeface="Open Sans"/>
              </a:defRPr>
            </a:lvl6pPr>
            <a:lvl7pPr lvl="6" rtl="0">
              <a:lnSpc>
                <a:spcPct val="100000"/>
              </a:lnSpc>
              <a:spcBef>
                <a:spcPts val="0"/>
              </a:spcBef>
              <a:spcAft>
                <a:spcPts val="0"/>
              </a:spcAft>
              <a:buNone/>
              <a:defRPr>
                <a:solidFill>
                  <a:schemeClr val="dk1"/>
                </a:solidFill>
                <a:latin typeface="Open Sans"/>
                <a:ea typeface="Open Sans"/>
                <a:cs typeface="Open Sans"/>
                <a:sym typeface="Open Sans"/>
              </a:defRPr>
            </a:lvl7pPr>
            <a:lvl8pPr lvl="7" rtl="0">
              <a:lnSpc>
                <a:spcPct val="100000"/>
              </a:lnSpc>
              <a:spcBef>
                <a:spcPts val="0"/>
              </a:spcBef>
              <a:spcAft>
                <a:spcPts val="0"/>
              </a:spcAft>
              <a:buNone/>
              <a:defRPr>
                <a:solidFill>
                  <a:schemeClr val="dk1"/>
                </a:solidFill>
                <a:latin typeface="Open Sans"/>
                <a:ea typeface="Open Sans"/>
                <a:cs typeface="Open Sans"/>
                <a:sym typeface="Open Sans"/>
              </a:defRPr>
            </a:lvl8pPr>
            <a:lvl9pPr lvl="8" rtl="0">
              <a:lnSpc>
                <a:spcPct val="100000"/>
              </a:lnSpc>
              <a:spcBef>
                <a:spcPts val="0"/>
              </a:spcBef>
              <a:spcAft>
                <a:spcPts val="0"/>
              </a:spcAft>
              <a:buNone/>
              <a:defRPr>
                <a:solidFill>
                  <a:schemeClr val="dk1"/>
                </a:solidFill>
                <a:latin typeface="Open Sans"/>
                <a:ea typeface="Open Sans"/>
                <a:cs typeface="Open Sans"/>
                <a:sym typeface="Open Sans"/>
              </a:defRPr>
            </a:lvl9pPr>
          </a:lstStyle>
          <a:p/>
        </p:txBody>
      </p:sp>
      <p:sp>
        <p:nvSpPr>
          <p:cNvPr id="133" name="Google Shape;133;p13"/>
          <p:cNvSpPr txBox="1"/>
          <p:nvPr>
            <p:ph idx="15" type="title"/>
          </p:nvPr>
        </p:nvSpPr>
        <p:spPr>
          <a:xfrm>
            <a:off x="714375" y="542925"/>
            <a:ext cx="77151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800">
                <a:latin typeface="Lato"/>
                <a:ea typeface="Lato"/>
                <a:cs typeface="Lato"/>
                <a:sym typeface="Lato"/>
              </a:defRPr>
            </a:lvl1pPr>
            <a:lvl2pPr lvl="1" rtl="0" algn="ctr">
              <a:spcBef>
                <a:spcPts val="0"/>
              </a:spcBef>
              <a:spcAft>
                <a:spcPts val="0"/>
              </a:spcAft>
              <a:buNone/>
              <a:defRPr b="1" sz="2800">
                <a:latin typeface="Lato"/>
                <a:ea typeface="Lato"/>
                <a:cs typeface="Lato"/>
                <a:sym typeface="Lato"/>
              </a:defRPr>
            </a:lvl2pPr>
            <a:lvl3pPr lvl="2" rtl="0" algn="ctr">
              <a:spcBef>
                <a:spcPts val="0"/>
              </a:spcBef>
              <a:spcAft>
                <a:spcPts val="0"/>
              </a:spcAft>
              <a:buNone/>
              <a:defRPr b="1" sz="2800">
                <a:latin typeface="Lato"/>
                <a:ea typeface="Lato"/>
                <a:cs typeface="Lato"/>
                <a:sym typeface="Lato"/>
              </a:defRPr>
            </a:lvl3pPr>
            <a:lvl4pPr lvl="3" rtl="0" algn="ctr">
              <a:spcBef>
                <a:spcPts val="0"/>
              </a:spcBef>
              <a:spcAft>
                <a:spcPts val="0"/>
              </a:spcAft>
              <a:buNone/>
              <a:defRPr b="1" sz="2800">
                <a:latin typeface="Lato"/>
                <a:ea typeface="Lato"/>
                <a:cs typeface="Lato"/>
                <a:sym typeface="Lato"/>
              </a:defRPr>
            </a:lvl4pPr>
            <a:lvl5pPr lvl="4" rtl="0" algn="ctr">
              <a:spcBef>
                <a:spcPts val="0"/>
              </a:spcBef>
              <a:spcAft>
                <a:spcPts val="0"/>
              </a:spcAft>
              <a:buNone/>
              <a:defRPr b="1" sz="2800">
                <a:latin typeface="Lato"/>
                <a:ea typeface="Lato"/>
                <a:cs typeface="Lato"/>
                <a:sym typeface="Lato"/>
              </a:defRPr>
            </a:lvl5pPr>
            <a:lvl6pPr lvl="5" rtl="0" algn="ctr">
              <a:spcBef>
                <a:spcPts val="0"/>
              </a:spcBef>
              <a:spcAft>
                <a:spcPts val="0"/>
              </a:spcAft>
              <a:buNone/>
              <a:defRPr b="1" sz="2800">
                <a:latin typeface="Lato"/>
                <a:ea typeface="Lato"/>
                <a:cs typeface="Lato"/>
                <a:sym typeface="Lato"/>
              </a:defRPr>
            </a:lvl6pPr>
            <a:lvl7pPr lvl="6" rtl="0" algn="ctr">
              <a:spcBef>
                <a:spcPts val="0"/>
              </a:spcBef>
              <a:spcAft>
                <a:spcPts val="0"/>
              </a:spcAft>
              <a:buNone/>
              <a:defRPr b="1" sz="2800">
                <a:latin typeface="Lato"/>
                <a:ea typeface="Lato"/>
                <a:cs typeface="Lato"/>
                <a:sym typeface="Lato"/>
              </a:defRPr>
            </a:lvl7pPr>
            <a:lvl8pPr lvl="7" rtl="0" algn="ctr">
              <a:spcBef>
                <a:spcPts val="0"/>
              </a:spcBef>
              <a:spcAft>
                <a:spcPts val="0"/>
              </a:spcAft>
              <a:buNone/>
              <a:defRPr b="1" sz="2800">
                <a:latin typeface="Lato"/>
                <a:ea typeface="Lato"/>
                <a:cs typeface="Lato"/>
                <a:sym typeface="Lato"/>
              </a:defRPr>
            </a:lvl8pPr>
            <a:lvl9pPr lvl="8" rtl="0" algn="ctr">
              <a:spcBef>
                <a:spcPts val="0"/>
              </a:spcBef>
              <a:spcAft>
                <a:spcPts val="0"/>
              </a:spcAft>
              <a:buNone/>
              <a:defRPr b="1" sz="2800">
                <a:latin typeface="Lato"/>
                <a:ea typeface="Lato"/>
                <a:cs typeface="Lato"/>
                <a:sym typeface="Lato"/>
              </a:defRPr>
            </a:lvl9pPr>
          </a:lstStyle>
          <a:p/>
        </p:txBody>
      </p:sp>
      <p:sp>
        <p:nvSpPr>
          <p:cNvPr id="134" name="Google Shape;134;p13"/>
          <p:cNvSpPr/>
          <p:nvPr/>
        </p:nvSpPr>
        <p:spPr>
          <a:xfrm>
            <a:off x="8027200" y="29893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6291000"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rot="8854439">
            <a:off x="221828" y="-1328205"/>
            <a:ext cx="4270960" cy="2334337"/>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2595288" y="5143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a:off x="5072400" y="47967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a:off x="7716600" y="9715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a:off x="8688150" y="38309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a:off x="944325" y="46614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a:off x="1049625" y="2525988"/>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_1">
    <p:spTree>
      <p:nvGrpSpPr>
        <p:cNvPr id="143" name="Shape 143"/>
        <p:cNvGrpSpPr/>
        <p:nvPr/>
      </p:nvGrpSpPr>
      <p:grpSpPr>
        <a:xfrm>
          <a:off x="0" y="0"/>
          <a:ext cx="0" cy="0"/>
          <a:chOff x="0" y="0"/>
          <a:chExt cx="0" cy="0"/>
        </a:xfrm>
      </p:grpSpPr>
      <p:sp>
        <p:nvSpPr>
          <p:cNvPr id="144" name="Google Shape;144;p14"/>
          <p:cNvSpPr txBox="1"/>
          <p:nvPr>
            <p:ph type="title"/>
          </p:nvPr>
        </p:nvSpPr>
        <p:spPr>
          <a:xfrm>
            <a:off x="2343150" y="1400150"/>
            <a:ext cx="4457700" cy="1989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300"/>
              <a:buNone/>
              <a:defRPr b="1" sz="2600">
                <a:latin typeface="Lato"/>
                <a:ea typeface="Lato"/>
                <a:cs typeface="Lato"/>
                <a:sym typeface="Lato"/>
              </a:defRPr>
            </a:lvl1pPr>
            <a:lvl2pPr lvl="1" rtl="0">
              <a:spcBef>
                <a:spcPts val="0"/>
              </a:spcBef>
              <a:spcAft>
                <a:spcPts val="0"/>
              </a:spcAft>
              <a:buClr>
                <a:schemeClr val="accent2"/>
              </a:buClr>
              <a:buSzPts val="2400"/>
              <a:buNone/>
              <a:defRPr sz="2400">
                <a:solidFill>
                  <a:schemeClr val="accent2"/>
                </a:solidFill>
              </a:defRPr>
            </a:lvl2pPr>
            <a:lvl3pPr lvl="2" rtl="0">
              <a:spcBef>
                <a:spcPts val="0"/>
              </a:spcBef>
              <a:spcAft>
                <a:spcPts val="0"/>
              </a:spcAft>
              <a:buClr>
                <a:schemeClr val="accent2"/>
              </a:buClr>
              <a:buSzPts val="2400"/>
              <a:buNone/>
              <a:defRPr sz="2400">
                <a:solidFill>
                  <a:schemeClr val="accent2"/>
                </a:solidFill>
              </a:defRPr>
            </a:lvl3pPr>
            <a:lvl4pPr lvl="3" rtl="0">
              <a:spcBef>
                <a:spcPts val="0"/>
              </a:spcBef>
              <a:spcAft>
                <a:spcPts val="0"/>
              </a:spcAft>
              <a:buClr>
                <a:schemeClr val="accent2"/>
              </a:buClr>
              <a:buSzPts val="2400"/>
              <a:buNone/>
              <a:defRPr sz="2400">
                <a:solidFill>
                  <a:schemeClr val="accent2"/>
                </a:solidFill>
              </a:defRPr>
            </a:lvl4pPr>
            <a:lvl5pPr lvl="4" rtl="0">
              <a:spcBef>
                <a:spcPts val="0"/>
              </a:spcBef>
              <a:spcAft>
                <a:spcPts val="0"/>
              </a:spcAft>
              <a:buClr>
                <a:schemeClr val="accent2"/>
              </a:buClr>
              <a:buSzPts val="2400"/>
              <a:buNone/>
              <a:defRPr sz="2400">
                <a:solidFill>
                  <a:schemeClr val="accent2"/>
                </a:solidFill>
              </a:defRPr>
            </a:lvl5pPr>
            <a:lvl6pPr lvl="5" rtl="0">
              <a:spcBef>
                <a:spcPts val="0"/>
              </a:spcBef>
              <a:spcAft>
                <a:spcPts val="0"/>
              </a:spcAft>
              <a:buClr>
                <a:schemeClr val="accent2"/>
              </a:buClr>
              <a:buSzPts val="2400"/>
              <a:buNone/>
              <a:defRPr sz="2400">
                <a:solidFill>
                  <a:schemeClr val="accent2"/>
                </a:solidFill>
              </a:defRPr>
            </a:lvl6pPr>
            <a:lvl7pPr lvl="6" rtl="0">
              <a:spcBef>
                <a:spcPts val="0"/>
              </a:spcBef>
              <a:spcAft>
                <a:spcPts val="0"/>
              </a:spcAft>
              <a:buClr>
                <a:schemeClr val="accent2"/>
              </a:buClr>
              <a:buSzPts val="2400"/>
              <a:buNone/>
              <a:defRPr sz="2400">
                <a:solidFill>
                  <a:schemeClr val="accent2"/>
                </a:solidFill>
              </a:defRPr>
            </a:lvl7pPr>
            <a:lvl8pPr lvl="7" rtl="0">
              <a:spcBef>
                <a:spcPts val="0"/>
              </a:spcBef>
              <a:spcAft>
                <a:spcPts val="0"/>
              </a:spcAft>
              <a:buClr>
                <a:schemeClr val="accent2"/>
              </a:buClr>
              <a:buSzPts val="2400"/>
              <a:buNone/>
              <a:defRPr sz="2400">
                <a:solidFill>
                  <a:schemeClr val="accent2"/>
                </a:solidFill>
              </a:defRPr>
            </a:lvl8pPr>
            <a:lvl9pPr lvl="8" rtl="0">
              <a:spcBef>
                <a:spcPts val="0"/>
              </a:spcBef>
              <a:spcAft>
                <a:spcPts val="0"/>
              </a:spcAft>
              <a:buClr>
                <a:schemeClr val="accent2"/>
              </a:buClr>
              <a:buSzPts val="2400"/>
              <a:buNone/>
              <a:defRPr sz="2400">
                <a:solidFill>
                  <a:schemeClr val="accent2"/>
                </a:solidFill>
              </a:defRPr>
            </a:lvl9pPr>
          </a:lstStyle>
          <a:p/>
        </p:txBody>
      </p:sp>
      <p:sp>
        <p:nvSpPr>
          <p:cNvPr id="145" name="Google Shape;145;p14"/>
          <p:cNvSpPr txBox="1"/>
          <p:nvPr>
            <p:ph idx="1" type="subTitle"/>
          </p:nvPr>
        </p:nvSpPr>
        <p:spPr>
          <a:xfrm>
            <a:off x="3105900" y="3457549"/>
            <a:ext cx="2932200" cy="457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sz="2000">
                <a:solidFill>
                  <a:schemeClr val="dk1"/>
                </a:solidFill>
                <a:latin typeface="Open Sans"/>
                <a:ea typeface="Open Sans"/>
                <a:cs typeface="Open Sans"/>
                <a:sym typeface="Open Sans"/>
              </a:defRPr>
            </a:lvl1pPr>
            <a:lvl2pPr lvl="1" rtl="0">
              <a:spcBef>
                <a:spcPts val="0"/>
              </a:spcBef>
              <a:spcAft>
                <a:spcPts val="0"/>
              </a:spcAft>
              <a:buNone/>
              <a:defRPr sz="2000">
                <a:solidFill>
                  <a:schemeClr val="dk1"/>
                </a:solidFill>
              </a:defRPr>
            </a:lvl2pPr>
            <a:lvl3pPr lvl="2" rtl="0">
              <a:spcBef>
                <a:spcPts val="0"/>
              </a:spcBef>
              <a:spcAft>
                <a:spcPts val="0"/>
              </a:spcAft>
              <a:buNone/>
              <a:defRPr sz="2000">
                <a:solidFill>
                  <a:schemeClr val="dk1"/>
                </a:solidFill>
              </a:defRPr>
            </a:lvl3pPr>
            <a:lvl4pPr lvl="3" rtl="0">
              <a:spcBef>
                <a:spcPts val="0"/>
              </a:spcBef>
              <a:spcAft>
                <a:spcPts val="0"/>
              </a:spcAft>
              <a:buNone/>
              <a:defRPr sz="2000">
                <a:solidFill>
                  <a:schemeClr val="dk1"/>
                </a:solidFill>
              </a:defRPr>
            </a:lvl4pPr>
            <a:lvl5pPr lvl="4" rtl="0">
              <a:spcBef>
                <a:spcPts val="0"/>
              </a:spcBef>
              <a:spcAft>
                <a:spcPts val="0"/>
              </a:spcAft>
              <a:buNone/>
              <a:defRPr sz="2000">
                <a:solidFill>
                  <a:schemeClr val="dk1"/>
                </a:solidFill>
              </a:defRPr>
            </a:lvl5pPr>
            <a:lvl6pPr lvl="5" rtl="0">
              <a:spcBef>
                <a:spcPts val="0"/>
              </a:spcBef>
              <a:spcAft>
                <a:spcPts val="0"/>
              </a:spcAft>
              <a:buNone/>
              <a:defRPr sz="2000">
                <a:solidFill>
                  <a:schemeClr val="dk1"/>
                </a:solidFill>
              </a:defRPr>
            </a:lvl6pPr>
            <a:lvl7pPr lvl="6" rtl="0">
              <a:spcBef>
                <a:spcPts val="0"/>
              </a:spcBef>
              <a:spcAft>
                <a:spcPts val="0"/>
              </a:spcAft>
              <a:buNone/>
              <a:defRPr sz="2000">
                <a:solidFill>
                  <a:schemeClr val="dk1"/>
                </a:solidFill>
              </a:defRPr>
            </a:lvl7pPr>
            <a:lvl8pPr lvl="7" rtl="0">
              <a:spcBef>
                <a:spcPts val="0"/>
              </a:spcBef>
              <a:spcAft>
                <a:spcPts val="0"/>
              </a:spcAft>
              <a:buNone/>
              <a:defRPr sz="2000">
                <a:solidFill>
                  <a:schemeClr val="dk1"/>
                </a:solidFill>
              </a:defRPr>
            </a:lvl8pPr>
            <a:lvl9pPr lvl="8" rtl="0">
              <a:spcBef>
                <a:spcPts val="0"/>
              </a:spcBef>
              <a:spcAft>
                <a:spcPts val="0"/>
              </a:spcAft>
              <a:buNone/>
              <a:defRPr sz="2000">
                <a:solidFill>
                  <a:schemeClr val="dk1"/>
                </a:solidFill>
              </a:defRPr>
            </a:lvl9pPr>
          </a:lstStyle>
          <a:p/>
        </p:txBody>
      </p:sp>
      <p:sp>
        <p:nvSpPr>
          <p:cNvPr id="146" name="Google Shape;146;p14"/>
          <p:cNvSpPr/>
          <p:nvPr/>
        </p:nvSpPr>
        <p:spPr>
          <a:xfrm flipH="1" rot="10800000">
            <a:off x="6762" y="-752054"/>
            <a:ext cx="7462525" cy="1760225"/>
          </a:xfrm>
          <a:custGeom>
            <a:rect b="b" l="l" r="r" t="t"/>
            <a:pathLst>
              <a:path extrusionOk="0" h="70409" w="298501">
                <a:moveTo>
                  <a:pt x="294545" y="2687"/>
                </a:moveTo>
                <a:cubicBezTo>
                  <a:pt x="286862" y="4360"/>
                  <a:pt x="267050" y="14527"/>
                  <a:pt x="249206" y="16419"/>
                </a:cubicBezTo>
                <a:cubicBezTo>
                  <a:pt x="231363" y="18312"/>
                  <a:pt x="205899" y="13778"/>
                  <a:pt x="187484" y="14042"/>
                </a:cubicBezTo>
                <a:cubicBezTo>
                  <a:pt x="169069" y="14306"/>
                  <a:pt x="155798" y="13470"/>
                  <a:pt x="138716" y="18003"/>
                </a:cubicBezTo>
                <a:cubicBezTo>
                  <a:pt x="121635" y="22536"/>
                  <a:pt x="99410" y="37452"/>
                  <a:pt x="84995" y="41241"/>
                </a:cubicBezTo>
                <a:cubicBezTo>
                  <a:pt x="70581" y="45030"/>
                  <a:pt x="61754" y="40061"/>
                  <a:pt x="52229" y="40739"/>
                </a:cubicBezTo>
                <a:cubicBezTo>
                  <a:pt x="42704" y="41417"/>
                  <a:pt x="35402" y="41530"/>
                  <a:pt x="27845" y="45311"/>
                </a:cubicBezTo>
                <a:cubicBezTo>
                  <a:pt x="20289" y="49092"/>
                  <a:pt x="10510" y="59550"/>
                  <a:pt x="6890" y="63423"/>
                </a:cubicBezTo>
                <a:cubicBezTo>
                  <a:pt x="3271" y="67297"/>
                  <a:pt x="-6191" y="67936"/>
                  <a:pt x="6128" y="68552"/>
                </a:cubicBezTo>
                <a:cubicBezTo>
                  <a:pt x="18447" y="69168"/>
                  <a:pt x="46959" y="67139"/>
                  <a:pt x="80804" y="67120"/>
                </a:cubicBezTo>
                <a:cubicBezTo>
                  <a:pt x="114650" y="67102"/>
                  <a:pt x="176054" y="68265"/>
                  <a:pt x="209201" y="68441"/>
                </a:cubicBezTo>
                <a:cubicBezTo>
                  <a:pt x="242348" y="68617"/>
                  <a:pt x="266732" y="68749"/>
                  <a:pt x="279686" y="68177"/>
                </a:cubicBezTo>
                <a:cubicBezTo>
                  <a:pt x="292640" y="67605"/>
                  <a:pt x="284322" y="75307"/>
                  <a:pt x="286925" y="65008"/>
                </a:cubicBezTo>
                <a:cubicBezTo>
                  <a:pt x="289529" y="54709"/>
                  <a:pt x="294037" y="16771"/>
                  <a:pt x="295307" y="6384"/>
                </a:cubicBezTo>
                <a:cubicBezTo>
                  <a:pt x="296577" y="-4003"/>
                  <a:pt x="302229" y="1015"/>
                  <a:pt x="294545" y="2687"/>
                </a:cubicBezTo>
                <a:close/>
              </a:path>
            </a:pathLst>
          </a:custGeom>
          <a:solidFill>
            <a:schemeClr val="accent4"/>
          </a:solidFill>
          <a:ln>
            <a:noFill/>
          </a:ln>
        </p:spPr>
      </p:sp>
      <p:sp>
        <p:nvSpPr>
          <p:cNvPr id="147" name="Google Shape;147;p14"/>
          <p:cNvSpPr/>
          <p:nvPr/>
        </p:nvSpPr>
        <p:spPr>
          <a:xfrm flipH="1" rot="10800000">
            <a:off x="5647238" y="-496147"/>
            <a:ext cx="5487975" cy="375291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flipH="1" rot="10800000">
            <a:off x="6717663"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flipH="1">
            <a:off x="-721650" y="2770775"/>
            <a:ext cx="2928383" cy="200304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flipH="1">
            <a:off x="-149085" y="3764264"/>
            <a:ext cx="4240009" cy="275948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3947838" y="409575"/>
            <a:ext cx="91500" cy="915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5889975" y="47871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p:cNvSpPr/>
          <p:nvPr/>
        </p:nvSpPr>
        <p:spPr>
          <a:xfrm>
            <a:off x="7935675" y="14192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4"/>
          <p:cNvSpPr/>
          <p:nvPr/>
        </p:nvSpPr>
        <p:spPr>
          <a:xfrm>
            <a:off x="8878650" y="29641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2056350" y="40899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879000" y="1920988"/>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01">
  <p:cSld name="CUSTOM_4">
    <p:spTree>
      <p:nvGrpSpPr>
        <p:cNvPr id="157" name="Shape 157"/>
        <p:cNvGrpSpPr/>
        <p:nvPr/>
      </p:nvGrpSpPr>
      <p:grpSpPr>
        <a:xfrm>
          <a:off x="0" y="0"/>
          <a:ext cx="0" cy="0"/>
          <a:chOff x="0" y="0"/>
          <a:chExt cx="0" cy="0"/>
        </a:xfrm>
      </p:grpSpPr>
      <p:sp>
        <p:nvSpPr>
          <p:cNvPr id="158" name="Google Shape;158;p15"/>
          <p:cNvSpPr txBox="1"/>
          <p:nvPr>
            <p:ph type="title"/>
          </p:nvPr>
        </p:nvSpPr>
        <p:spPr>
          <a:xfrm>
            <a:off x="702900" y="542925"/>
            <a:ext cx="77382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300"/>
              <a:buNone/>
              <a:defRPr b="1" sz="2800">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15"/>
          <p:cNvSpPr txBox="1"/>
          <p:nvPr>
            <p:ph idx="1" type="body"/>
          </p:nvPr>
        </p:nvSpPr>
        <p:spPr>
          <a:xfrm>
            <a:off x="702900" y="1000125"/>
            <a:ext cx="7738200" cy="3413100"/>
          </a:xfrm>
          <a:prstGeom prst="rect">
            <a:avLst/>
          </a:prstGeom>
        </p:spPr>
        <p:txBody>
          <a:bodyPr anchorCtr="0" anchor="t" bIns="91425" lIns="91425" spcFirstLastPara="1" rIns="98800" wrap="square" tIns="91425">
            <a:noAutofit/>
          </a:bodyPr>
          <a:lstStyle>
            <a:lvl1pPr indent="-304800" lvl="0" marL="457200" rtl="0">
              <a:lnSpc>
                <a:spcPct val="90000"/>
              </a:lnSpc>
              <a:spcBef>
                <a:spcPts val="0"/>
              </a:spcBef>
              <a:spcAft>
                <a:spcPts val="0"/>
              </a:spcAft>
              <a:buSzPts val="1200"/>
              <a:buFont typeface="Open Sans"/>
              <a:buAutoNum type="arabicPeriod"/>
              <a:defRPr sz="1200">
                <a:latin typeface="Open Sans"/>
                <a:ea typeface="Open Sans"/>
                <a:cs typeface="Open Sans"/>
                <a:sym typeface="Open Sans"/>
              </a:defRPr>
            </a:lvl1pPr>
            <a:lvl2pPr indent="-304800" lvl="1" marL="914400" rtl="0">
              <a:lnSpc>
                <a:spcPct val="100000"/>
              </a:lnSpc>
              <a:spcBef>
                <a:spcPts val="0"/>
              </a:spcBef>
              <a:spcAft>
                <a:spcPts val="0"/>
              </a:spcAft>
              <a:buSzPts val="1200"/>
              <a:buFont typeface="Open Sans"/>
              <a:buAutoNum type="alphaLcPeriod"/>
              <a:defRPr sz="1200">
                <a:latin typeface="Open Sans"/>
                <a:ea typeface="Open Sans"/>
                <a:cs typeface="Open Sans"/>
                <a:sym typeface="Open Sans"/>
              </a:defRPr>
            </a:lvl2pPr>
            <a:lvl3pPr indent="-304800" lvl="2" marL="1371600" rtl="0">
              <a:lnSpc>
                <a:spcPct val="100000"/>
              </a:lnSpc>
              <a:spcBef>
                <a:spcPts val="1600"/>
              </a:spcBef>
              <a:spcAft>
                <a:spcPts val="0"/>
              </a:spcAft>
              <a:buSzPts val="1200"/>
              <a:buFont typeface="Open Sans"/>
              <a:buAutoNum type="romanLcPeriod"/>
              <a:defRPr sz="1200">
                <a:latin typeface="Open Sans"/>
                <a:ea typeface="Open Sans"/>
                <a:cs typeface="Open Sans"/>
                <a:sym typeface="Open Sans"/>
              </a:defRPr>
            </a:lvl3pPr>
            <a:lvl4pPr indent="-304800" lvl="3" marL="1828800" rtl="0">
              <a:lnSpc>
                <a:spcPct val="100000"/>
              </a:lnSpc>
              <a:spcBef>
                <a:spcPts val="1600"/>
              </a:spcBef>
              <a:spcAft>
                <a:spcPts val="0"/>
              </a:spcAft>
              <a:buSzPts val="1200"/>
              <a:buFont typeface="Open Sans"/>
              <a:buAutoNum type="arabicPeriod"/>
              <a:defRPr sz="1200">
                <a:latin typeface="Open Sans"/>
                <a:ea typeface="Open Sans"/>
                <a:cs typeface="Open Sans"/>
                <a:sym typeface="Open Sans"/>
              </a:defRPr>
            </a:lvl4pPr>
            <a:lvl5pPr indent="-304800" lvl="4" marL="2286000" rtl="0">
              <a:lnSpc>
                <a:spcPct val="100000"/>
              </a:lnSpc>
              <a:spcBef>
                <a:spcPts val="1600"/>
              </a:spcBef>
              <a:spcAft>
                <a:spcPts val="0"/>
              </a:spcAft>
              <a:buSzPts val="1200"/>
              <a:buFont typeface="Open Sans"/>
              <a:buAutoNum type="alphaLcPeriod"/>
              <a:defRPr sz="1200">
                <a:latin typeface="Open Sans"/>
                <a:ea typeface="Open Sans"/>
                <a:cs typeface="Open Sans"/>
                <a:sym typeface="Open Sans"/>
              </a:defRPr>
            </a:lvl5pPr>
            <a:lvl6pPr indent="-304800" lvl="5" marL="2743200" rtl="0">
              <a:lnSpc>
                <a:spcPct val="100000"/>
              </a:lnSpc>
              <a:spcBef>
                <a:spcPts val="1600"/>
              </a:spcBef>
              <a:spcAft>
                <a:spcPts val="0"/>
              </a:spcAft>
              <a:buSzPts val="1200"/>
              <a:buFont typeface="Open Sans"/>
              <a:buAutoNum type="romanLcPeriod"/>
              <a:defRPr sz="1200">
                <a:latin typeface="Open Sans"/>
                <a:ea typeface="Open Sans"/>
                <a:cs typeface="Open Sans"/>
                <a:sym typeface="Open Sans"/>
              </a:defRPr>
            </a:lvl6pPr>
            <a:lvl7pPr indent="-304800" lvl="6" marL="3200400" rtl="0">
              <a:lnSpc>
                <a:spcPct val="100000"/>
              </a:lnSpc>
              <a:spcBef>
                <a:spcPts val="1600"/>
              </a:spcBef>
              <a:spcAft>
                <a:spcPts val="0"/>
              </a:spcAft>
              <a:buSzPts val="1200"/>
              <a:buFont typeface="Open Sans"/>
              <a:buAutoNum type="arabicPeriod"/>
              <a:defRPr sz="1200">
                <a:latin typeface="Open Sans"/>
                <a:ea typeface="Open Sans"/>
                <a:cs typeface="Open Sans"/>
                <a:sym typeface="Open Sans"/>
              </a:defRPr>
            </a:lvl7pPr>
            <a:lvl8pPr indent="-304800" lvl="7" marL="3657600" rtl="0">
              <a:lnSpc>
                <a:spcPct val="100000"/>
              </a:lnSpc>
              <a:spcBef>
                <a:spcPts val="1600"/>
              </a:spcBef>
              <a:spcAft>
                <a:spcPts val="0"/>
              </a:spcAft>
              <a:buSzPts val="1200"/>
              <a:buFont typeface="Open Sans"/>
              <a:buAutoNum type="alphaLcPeriod"/>
              <a:defRPr sz="1200">
                <a:latin typeface="Open Sans"/>
                <a:ea typeface="Open Sans"/>
                <a:cs typeface="Open Sans"/>
                <a:sym typeface="Open Sans"/>
              </a:defRPr>
            </a:lvl8pPr>
            <a:lvl9pPr indent="-304800" lvl="8" marL="4114800" rtl="0">
              <a:spcBef>
                <a:spcPts val="1600"/>
              </a:spcBef>
              <a:spcAft>
                <a:spcPts val="1600"/>
              </a:spcAft>
              <a:buSzPts val="1200"/>
              <a:buAutoNum type="romanLcPeriod"/>
              <a:defRPr sz="1200"/>
            </a:lvl9pPr>
          </a:lstStyle>
          <a:p/>
        </p:txBody>
      </p:sp>
      <p:sp>
        <p:nvSpPr>
          <p:cNvPr id="160" name="Google Shape;160;p15"/>
          <p:cNvSpPr/>
          <p:nvPr/>
        </p:nvSpPr>
        <p:spPr>
          <a:xfrm>
            <a:off x="7979575" y="29893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rgbClr val="74A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6433875"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flipH="1" rot="8854439">
            <a:off x="126578" y="-1328205"/>
            <a:ext cx="4270960" cy="2334337"/>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6059250" y="1333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8859600" y="25260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8421450" y="6667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8859600" y="41357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1163400" y="48882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325200" y="38214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02">
  <p:cSld name="CUSTOM_4_1">
    <p:spTree>
      <p:nvGrpSpPr>
        <p:cNvPr id="169" name="Shape 169"/>
        <p:cNvGrpSpPr/>
        <p:nvPr/>
      </p:nvGrpSpPr>
      <p:grpSpPr>
        <a:xfrm>
          <a:off x="0" y="0"/>
          <a:ext cx="0" cy="0"/>
          <a:chOff x="0" y="0"/>
          <a:chExt cx="0" cy="0"/>
        </a:xfrm>
      </p:grpSpPr>
      <p:sp>
        <p:nvSpPr>
          <p:cNvPr id="170" name="Google Shape;170;p16"/>
          <p:cNvSpPr/>
          <p:nvPr/>
        </p:nvSpPr>
        <p:spPr>
          <a:xfrm flipH="1">
            <a:off x="-640563" y="3668393"/>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rgbClr val="74A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flipH="1">
            <a:off x="-112687" y="4391025"/>
            <a:ext cx="5265712" cy="2407793"/>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
          <p:cNvSpPr txBox="1"/>
          <p:nvPr>
            <p:ph type="title"/>
          </p:nvPr>
        </p:nvSpPr>
        <p:spPr>
          <a:xfrm>
            <a:off x="702900" y="542925"/>
            <a:ext cx="77382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300"/>
              <a:buNone/>
              <a:defRPr b="1" sz="2800">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3" name="Google Shape;173;p16"/>
          <p:cNvSpPr txBox="1"/>
          <p:nvPr>
            <p:ph idx="1" type="body"/>
          </p:nvPr>
        </p:nvSpPr>
        <p:spPr>
          <a:xfrm>
            <a:off x="702900" y="1133475"/>
            <a:ext cx="7738200" cy="3470100"/>
          </a:xfrm>
          <a:prstGeom prst="rect">
            <a:avLst/>
          </a:prstGeom>
        </p:spPr>
        <p:txBody>
          <a:bodyPr anchorCtr="0" anchor="t" bIns="91425" lIns="91425" spcFirstLastPara="1" rIns="98800" wrap="square" tIns="91425">
            <a:noAutofit/>
          </a:bodyPr>
          <a:lstStyle>
            <a:lvl1pPr indent="-304800" lvl="0" marL="457200" marR="50800" rtl="0">
              <a:lnSpc>
                <a:spcPct val="100000"/>
              </a:lnSpc>
              <a:spcBef>
                <a:spcPts val="0"/>
              </a:spcBef>
              <a:spcAft>
                <a:spcPts val="0"/>
              </a:spcAft>
              <a:buSzPts val="1200"/>
              <a:buFont typeface="Open Sans"/>
              <a:buChar char="●"/>
              <a:defRPr>
                <a:latin typeface="Open Sans"/>
                <a:ea typeface="Open Sans"/>
                <a:cs typeface="Open Sans"/>
                <a:sym typeface="Open Sans"/>
              </a:defRPr>
            </a:lvl1pPr>
            <a:lvl2pPr indent="-304800" lvl="1" marL="914400" rtl="0">
              <a:lnSpc>
                <a:spcPct val="100000"/>
              </a:lnSpc>
              <a:spcBef>
                <a:spcPts val="1600"/>
              </a:spcBef>
              <a:spcAft>
                <a:spcPts val="0"/>
              </a:spcAft>
              <a:buSzPts val="1200"/>
              <a:buFont typeface="Open Sans"/>
              <a:buChar char="○"/>
              <a:defRPr sz="1200">
                <a:latin typeface="Open Sans"/>
                <a:ea typeface="Open Sans"/>
                <a:cs typeface="Open Sans"/>
                <a:sym typeface="Open Sans"/>
              </a:defRPr>
            </a:lvl2pPr>
            <a:lvl3pPr indent="-304800" lvl="2" marL="1371600" rtl="0">
              <a:lnSpc>
                <a:spcPct val="100000"/>
              </a:lnSpc>
              <a:spcBef>
                <a:spcPts val="1600"/>
              </a:spcBef>
              <a:spcAft>
                <a:spcPts val="0"/>
              </a:spcAft>
              <a:buSzPts val="1200"/>
              <a:buFont typeface="Open Sans"/>
              <a:buChar char="■"/>
              <a:defRPr sz="1200">
                <a:latin typeface="Open Sans"/>
                <a:ea typeface="Open Sans"/>
                <a:cs typeface="Open Sans"/>
                <a:sym typeface="Open Sans"/>
              </a:defRPr>
            </a:lvl3pPr>
            <a:lvl4pPr indent="-304800" lvl="3" marL="1828800" rtl="0">
              <a:lnSpc>
                <a:spcPct val="100000"/>
              </a:lnSpc>
              <a:spcBef>
                <a:spcPts val="1600"/>
              </a:spcBef>
              <a:spcAft>
                <a:spcPts val="0"/>
              </a:spcAft>
              <a:buSzPts val="1200"/>
              <a:buFont typeface="Open Sans"/>
              <a:buChar char="●"/>
              <a:defRPr sz="1200">
                <a:latin typeface="Open Sans"/>
                <a:ea typeface="Open Sans"/>
                <a:cs typeface="Open Sans"/>
                <a:sym typeface="Open Sans"/>
              </a:defRPr>
            </a:lvl4pPr>
            <a:lvl5pPr indent="-304800" lvl="4" marL="2286000" rtl="0">
              <a:lnSpc>
                <a:spcPct val="100000"/>
              </a:lnSpc>
              <a:spcBef>
                <a:spcPts val="1600"/>
              </a:spcBef>
              <a:spcAft>
                <a:spcPts val="0"/>
              </a:spcAft>
              <a:buSzPts val="1200"/>
              <a:buFont typeface="Open Sans"/>
              <a:buChar char="○"/>
              <a:defRPr sz="1200">
                <a:latin typeface="Open Sans"/>
                <a:ea typeface="Open Sans"/>
                <a:cs typeface="Open Sans"/>
                <a:sym typeface="Open Sans"/>
              </a:defRPr>
            </a:lvl5pPr>
            <a:lvl6pPr indent="-304800" lvl="5" marL="2743200" rtl="0">
              <a:lnSpc>
                <a:spcPct val="100000"/>
              </a:lnSpc>
              <a:spcBef>
                <a:spcPts val="1600"/>
              </a:spcBef>
              <a:spcAft>
                <a:spcPts val="0"/>
              </a:spcAft>
              <a:buSzPts val="1200"/>
              <a:buFont typeface="Open Sans"/>
              <a:buChar char="■"/>
              <a:defRPr sz="1200">
                <a:latin typeface="Open Sans"/>
                <a:ea typeface="Open Sans"/>
                <a:cs typeface="Open Sans"/>
                <a:sym typeface="Open Sans"/>
              </a:defRPr>
            </a:lvl6pPr>
            <a:lvl7pPr indent="-304800" lvl="6" marL="3200400" rtl="0">
              <a:lnSpc>
                <a:spcPct val="100000"/>
              </a:lnSpc>
              <a:spcBef>
                <a:spcPts val="1600"/>
              </a:spcBef>
              <a:spcAft>
                <a:spcPts val="0"/>
              </a:spcAft>
              <a:buSzPts val="1200"/>
              <a:buFont typeface="Open Sans"/>
              <a:buChar char="●"/>
              <a:defRPr sz="1200">
                <a:latin typeface="Open Sans"/>
                <a:ea typeface="Open Sans"/>
                <a:cs typeface="Open Sans"/>
                <a:sym typeface="Open Sans"/>
              </a:defRPr>
            </a:lvl7pPr>
            <a:lvl8pPr indent="-304800" lvl="7" marL="3657600" rtl="0">
              <a:lnSpc>
                <a:spcPct val="100000"/>
              </a:lnSpc>
              <a:spcBef>
                <a:spcPts val="1600"/>
              </a:spcBef>
              <a:spcAft>
                <a:spcPts val="0"/>
              </a:spcAft>
              <a:buSzPts val="1200"/>
              <a:buFont typeface="Open Sans"/>
              <a:buChar char="○"/>
              <a:defRPr sz="1200">
                <a:latin typeface="Open Sans"/>
                <a:ea typeface="Open Sans"/>
                <a:cs typeface="Open Sans"/>
                <a:sym typeface="Open Sans"/>
              </a:defRPr>
            </a:lvl8pPr>
            <a:lvl9pPr indent="-317500" lvl="8" marL="4114800" rtl="0">
              <a:spcBef>
                <a:spcPts val="1600"/>
              </a:spcBef>
              <a:spcAft>
                <a:spcPts val="1600"/>
              </a:spcAft>
              <a:buSzPts val="1400"/>
              <a:buChar char="■"/>
              <a:defRPr/>
            </a:lvl9pPr>
          </a:lstStyle>
          <a:p/>
        </p:txBody>
      </p:sp>
      <p:sp>
        <p:nvSpPr>
          <p:cNvPr id="174" name="Google Shape;174;p16"/>
          <p:cNvSpPr/>
          <p:nvPr/>
        </p:nvSpPr>
        <p:spPr>
          <a:xfrm rot="-8701797">
            <a:off x="5467787" y="-1559084"/>
            <a:ext cx="5744128" cy="328881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8294088" y="10844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6682450" y="46035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8136213" y="3349413"/>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a:off x="461800" y="8210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
          <p:cNvSpPr/>
          <p:nvPr/>
        </p:nvSpPr>
        <p:spPr>
          <a:xfrm flipH="1">
            <a:off x="1781150" y="498749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a:off x="4285225" y="2190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p:cSld name="SECTION_HEADER_1">
    <p:spTree>
      <p:nvGrpSpPr>
        <p:cNvPr id="181" name="Shape 181"/>
        <p:cNvGrpSpPr/>
        <p:nvPr/>
      </p:nvGrpSpPr>
      <p:grpSpPr>
        <a:xfrm>
          <a:off x="0" y="0"/>
          <a:ext cx="0" cy="0"/>
          <a:chOff x="0" y="0"/>
          <a:chExt cx="0" cy="0"/>
        </a:xfrm>
      </p:grpSpPr>
      <p:sp>
        <p:nvSpPr>
          <p:cNvPr id="182" name="Google Shape;182;p17"/>
          <p:cNvSpPr/>
          <p:nvPr/>
        </p:nvSpPr>
        <p:spPr>
          <a:xfrm rot="10800000">
            <a:off x="2912650" y="-656804"/>
            <a:ext cx="7462525" cy="1760225"/>
          </a:xfrm>
          <a:custGeom>
            <a:rect b="b" l="l" r="r" t="t"/>
            <a:pathLst>
              <a:path extrusionOk="0" h="70409" w="298501">
                <a:moveTo>
                  <a:pt x="294545" y="2687"/>
                </a:moveTo>
                <a:cubicBezTo>
                  <a:pt x="286862" y="4360"/>
                  <a:pt x="267050" y="14527"/>
                  <a:pt x="249206" y="16419"/>
                </a:cubicBezTo>
                <a:cubicBezTo>
                  <a:pt x="231363" y="18312"/>
                  <a:pt x="205899" y="13778"/>
                  <a:pt x="187484" y="14042"/>
                </a:cubicBezTo>
                <a:cubicBezTo>
                  <a:pt x="169069" y="14306"/>
                  <a:pt x="155798" y="13470"/>
                  <a:pt x="138716" y="18003"/>
                </a:cubicBezTo>
                <a:cubicBezTo>
                  <a:pt x="121635" y="22536"/>
                  <a:pt x="99410" y="37452"/>
                  <a:pt x="84995" y="41241"/>
                </a:cubicBezTo>
                <a:cubicBezTo>
                  <a:pt x="70581" y="45030"/>
                  <a:pt x="61754" y="40061"/>
                  <a:pt x="52229" y="40739"/>
                </a:cubicBezTo>
                <a:cubicBezTo>
                  <a:pt x="42704" y="41417"/>
                  <a:pt x="35402" y="41530"/>
                  <a:pt x="27845" y="45311"/>
                </a:cubicBezTo>
                <a:cubicBezTo>
                  <a:pt x="20289" y="49092"/>
                  <a:pt x="10510" y="59550"/>
                  <a:pt x="6890" y="63423"/>
                </a:cubicBezTo>
                <a:cubicBezTo>
                  <a:pt x="3271" y="67297"/>
                  <a:pt x="-6191" y="67936"/>
                  <a:pt x="6128" y="68552"/>
                </a:cubicBezTo>
                <a:cubicBezTo>
                  <a:pt x="18447" y="69168"/>
                  <a:pt x="46959" y="67139"/>
                  <a:pt x="80804" y="67120"/>
                </a:cubicBezTo>
                <a:cubicBezTo>
                  <a:pt x="114650" y="67102"/>
                  <a:pt x="176054" y="68265"/>
                  <a:pt x="209201" y="68441"/>
                </a:cubicBezTo>
                <a:cubicBezTo>
                  <a:pt x="242348" y="68617"/>
                  <a:pt x="266732" y="68749"/>
                  <a:pt x="279686" y="68177"/>
                </a:cubicBezTo>
                <a:cubicBezTo>
                  <a:pt x="292640" y="67605"/>
                  <a:pt x="284322" y="75307"/>
                  <a:pt x="286925" y="65008"/>
                </a:cubicBezTo>
                <a:cubicBezTo>
                  <a:pt x="289529" y="54709"/>
                  <a:pt x="294037" y="16771"/>
                  <a:pt x="295307" y="6384"/>
                </a:cubicBezTo>
                <a:cubicBezTo>
                  <a:pt x="296577" y="-4003"/>
                  <a:pt x="302229" y="1015"/>
                  <a:pt x="294545" y="2687"/>
                </a:cubicBezTo>
                <a:close/>
              </a:path>
            </a:pathLst>
          </a:custGeom>
          <a:solidFill>
            <a:schemeClr val="lt2"/>
          </a:solidFill>
          <a:ln>
            <a:noFill/>
          </a:ln>
        </p:spPr>
      </p:sp>
      <p:sp>
        <p:nvSpPr>
          <p:cNvPr id="183" name="Google Shape;183;p17"/>
          <p:cNvSpPr/>
          <p:nvPr/>
        </p:nvSpPr>
        <p:spPr>
          <a:xfrm rot="10800000">
            <a:off x="-343700" y="-496147"/>
            <a:ext cx="5487975" cy="375291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rgbClr val="74A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
          <p:cNvSpPr/>
          <p:nvPr/>
        </p:nvSpPr>
        <p:spPr>
          <a:xfrm rot="10800000">
            <a:off x="-242615"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8027200" y="29893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
          <p:cNvSpPr/>
          <p:nvPr/>
        </p:nvSpPr>
        <p:spPr>
          <a:xfrm>
            <a:off x="6291000"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txBox="1"/>
          <p:nvPr>
            <p:ph hasCustomPrompt="1" type="title"/>
          </p:nvPr>
        </p:nvSpPr>
        <p:spPr>
          <a:xfrm>
            <a:off x="4101750" y="1422036"/>
            <a:ext cx="9405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0000"/>
              <a:buNone/>
              <a:defRPr b="1" sz="8000">
                <a:solidFill>
                  <a:schemeClr val="dk2"/>
                </a:solidFill>
                <a:latin typeface="Lato"/>
                <a:ea typeface="Lato"/>
                <a:cs typeface="Lato"/>
                <a:sym typeface="Lato"/>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88" name="Google Shape;188;p17"/>
          <p:cNvSpPr txBox="1"/>
          <p:nvPr>
            <p:ph idx="1" type="subTitle"/>
          </p:nvPr>
        </p:nvSpPr>
        <p:spPr>
          <a:xfrm>
            <a:off x="2060100" y="3277764"/>
            <a:ext cx="5023800" cy="443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sz="1600">
                <a:solidFill>
                  <a:schemeClr val="dk1"/>
                </a:solidFill>
                <a:latin typeface="Open Sans"/>
                <a:ea typeface="Open Sans"/>
                <a:cs typeface="Open Sans"/>
                <a:sym typeface="Open Sans"/>
              </a:defRPr>
            </a:lvl1pPr>
            <a:lvl2pPr lvl="1" rtl="0" algn="ctr">
              <a:spcBef>
                <a:spcPts val="0"/>
              </a:spcBef>
              <a:spcAft>
                <a:spcPts val="0"/>
              </a:spcAft>
              <a:buNone/>
              <a:defRPr sz="1600">
                <a:solidFill>
                  <a:schemeClr val="dk1"/>
                </a:solidFill>
                <a:latin typeface="Open Sans"/>
                <a:ea typeface="Open Sans"/>
                <a:cs typeface="Open Sans"/>
                <a:sym typeface="Open Sans"/>
              </a:defRPr>
            </a:lvl2pPr>
            <a:lvl3pPr lvl="2" rtl="0" algn="ctr">
              <a:spcBef>
                <a:spcPts val="0"/>
              </a:spcBef>
              <a:spcAft>
                <a:spcPts val="0"/>
              </a:spcAft>
              <a:buNone/>
              <a:defRPr sz="1600">
                <a:solidFill>
                  <a:schemeClr val="dk1"/>
                </a:solidFill>
                <a:latin typeface="Open Sans"/>
                <a:ea typeface="Open Sans"/>
                <a:cs typeface="Open Sans"/>
                <a:sym typeface="Open Sans"/>
              </a:defRPr>
            </a:lvl3pPr>
            <a:lvl4pPr lvl="3" rtl="0" algn="ctr">
              <a:spcBef>
                <a:spcPts val="0"/>
              </a:spcBef>
              <a:spcAft>
                <a:spcPts val="0"/>
              </a:spcAft>
              <a:buNone/>
              <a:defRPr sz="1600">
                <a:solidFill>
                  <a:schemeClr val="dk1"/>
                </a:solidFill>
                <a:latin typeface="Open Sans"/>
                <a:ea typeface="Open Sans"/>
                <a:cs typeface="Open Sans"/>
                <a:sym typeface="Open Sans"/>
              </a:defRPr>
            </a:lvl4pPr>
            <a:lvl5pPr lvl="4" rtl="0" algn="ctr">
              <a:spcBef>
                <a:spcPts val="0"/>
              </a:spcBef>
              <a:spcAft>
                <a:spcPts val="0"/>
              </a:spcAft>
              <a:buNone/>
              <a:defRPr sz="1600">
                <a:solidFill>
                  <a:schemeClr val="dk1"/>
                </a:solidFill>
                <a:latin typeface="Open Sans"/>
                <a:ea typeface="Open Sans"/>
                <a:cs typeface="Open Sans"/>
                <a:sym typeface="Open Sans"/>
              </a:defRPr>
            </a:lvl5pPr>
            <a:lvl6pPr lvl="5" rtl="0" algn="ctr">
              <a:spcBef>
                <a:spcPts val="0"/>
              </a:spcBef>
              <a:spcAft>
                <a:spcPts val="0"/>
              </a:spcAft>
              <a:buNone/>
              <a:defRPr sz="1600">
                <a:solidFill>
                  <a:schemeClr val="dk1"/>
                </a:solidFill>
                <a:latin typeface="Open Sans"/>
                <a:ea typeface="Open Sans"/>
                <a:cs typeface="Open Sans"/>
                <a:sym typeface="Open Sans"/>
              </a:defRPr>
            </a:lvl6pPr>
            <a:lvl7pPr lvl="6" rtl="0" algn="ctr">
              <a:spcBef>
                <a:spcPts val="0"/>
              </a:spcBef>
              <a:spcAft>
                <a:spcPts val="0"/>
              </a:spcAft>
              <a:buNone/>
              <a:defRPr sz="1600">
                <a:solidFill>
                  <a:schemeClr val="dk1"/>
                </a:solidFill>
                <a:latin typeface="Open Sans"/>
                <a:ea typeface="Open Sans"/>
                <a:cs typeface="Open Sans"/>
                <a:sym typeface="Open Sans"/>
              </a:defRPr>
            </a:lvl7pPr>
            <a:lvl8pPr lvl="7" rtl="0" algn="ctr">
              <a:spcBef>
                <a:spcPts val="0"/>
              </a:spcBef>
              <a:spcAft>
                <a:spcPts val="0"/>
              </a:spcAft>
              <a:buNone/>
              <a:defRPr sz="1600">
                <a:solidFill>
                  <a:schemeClr val="dk1"/>
                </a:solidFill>
                <a:latin typeface="Open Sans"/>
                <a:ea typeface="Open Sans"/>
                <a:cs typeface="Open Sans"/>
                <a:sym typeface="Open Sans"/>
              </a:defRPr>
            </a:lvl8pPr>
            <a:lvl9pPr lvl="8" rtl="0" algn="ctr">
              <a:spcBef>
                <a:spcPts val="0"/>
              </a:spcBef>
              <a:spcAft>
                <a:spcPts val="0"/>
              </a:spcAft>
              <a:buNone/>
              <a:defRPr sz="1600">
                <a:solidFill>
                  <a:schemeClr val="dk1"/>
                </a:solidFill>
                <a:latin typeface="Open Sans"/>
                <a:ea typeface="Open Sans"/>
                <a:cs typeface="Open Sans"/>
                <a:sym typeface="Open Sans"/>
              </a:defRPr>
            </a:lvl9pPr>
          </a:lstStyle>
          <a:p/>
        </p:txBody>
      </p:sp>
      <p:sp>
        <p:nvSpPr>
          <p:cNvPr id="189" name="Google Shape;189;p17"/>
          <p:cNvSpPr/>
          <p:nvPr/>
        </p:nvSpPr>
        <p:spPr>
          <a:xfrm>
            <a:off x="3804963" y="238125"/>
            <a:ext cx="91500" cy="915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
          <p:cNvSpPr/>
          <p:nvPr/>
        </p:nvSpPr>
        <p:spPr>
          <a:xfrm>
            <a:off x="5432775" y="48157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7164150" y="8191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a:off x="8840550" y="201250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
          <p:cNvSpPr/>
          <p:nvPr/>
        </p:nvSpPr>
        <p:spPr>
          <a:xfrm>
            <a:off x="1780125" y="40899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
          <p:cNvSpPr/>
          <p:nvPr/>
        </p:nvSpPr>
        <p:spPr>
          <a:xfrm>
            <a:off x="879000" y="1920988"/>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txBox="1"/>
          <p:nvPr>
            <p:ph idx="2" type="title"/>
          </p:nvPr>
        </p:nvSpPr>
        <p:spPr>
          <a:xfrm>
            <a:off x="2220750" y="2538286"/>
            <a:ext cx="4702500" cy="640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b="1" sz="4000">
                <a:latin typeface="Lato"/>
                <a:ea typeface="Lato"/>
                <a:cs typeface="Lato"/>
                <a:sym typeface="Lato"/>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_AND_TWO_COLUMNS_1_1_1">
    <p:bg>
      <p:bgPr>
        <a:solidFill>
          <a:schemeClr val="lt1"/>
        </a:solidFill>
      </p:bgPr>
    </p:bg>
    <p:spTree>
      <p:nvGrpSpPr>
        <p:cNvPr id="196" name="Shape 196"/>
        <p:cNvGrpSpPr/>
        <p:nvPr/>
      </p:nvGrpSpPr>
      <p:grpSpPr>
        <a:xfrm>
          <a:off x="0" y="0"/>
          <a:ext cx="0" cy="0"/>
          <a:chOff x="0" y="0"/>
          <a:chExt cx="0" cy="0"/>
        </a:xfrm>
      </p:grpSpPr>
      <p:sp>
        <p:nvSpPr>
          <p:cNvPr id="197" name="Google Shape;197;p18"/>
          <p:cNvSpPr txBox="1"/>
          <p:nvPr>
            <p:ph type="title"/>
          </p:nvPr>
        </p:nvSpPr>
        <p:spPr>
          <a:xfrm flipH="1">
            <a:off x="3540775" y="1734921"/>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latin typeface="Lato"/>
                <a:ea typeface="Lato"/>
                <a:cs typeface="Lato"/>
                <a:sym typeface="Lato"/>
              </a:defRPr>
            </a:lvl1pPr>
            <a:lvl2pPr lvl="1" rtl="0" algn="ctr">
              <a:spcBef>
                <a:spcPts val="0"/>
              </a:spcBef>
              <a:spcAft>
                <a:spcPts val="0"/>
              </a:spcAft>
              <a:buNone/>
              <a:defRPr b="1" sz="2000">
                <a:latin typeface="Lato"/>
                <a:ea typeface="Lato"/>
                <a:cs typeface="Lato"/>
                <a:sym typeface="Lato"/>
              </a:defRPr>
            </a:lvl2pPr>
            <a:lvl3pPr lvl="2" rtl="0" algn="ctr">
              <a:spcBef>
                <a:spcPts val="0"/>
              </a:spcBef>
              <a:spcAft>
                <a:spcPts val="0"/>
              </a:spcAft>
              <a:buNone/>
              <a:defRPr b="1" sz="2000">
                <a:latin typeface="Lato"/>
                <a:ea typeface="Lato"/>
                <a:cs typeface="Lato"/>
                <a:sym typeface="Lato"/>
              </a:defRPr>
            </a:lvl3pPr>
            <a:lvl4pPr lvl="3" rtl="0" algn="ctr">
              <a:spcBef>
                <a:spcPts val="0"/>
              </a:spcBef>
              <a:spcAft>
                <a:spcPts val="0"/>
              </a:spcAft>
              <a:buNone/>
              <a:defRPr b="1" sz="2000">
                <a:latin typeface="Lato"/>
                <a:ea typeface="Lato"/>
                <a:cs typeface="Lato"/>
                <a:sym typeface="Lato"/>
              </a:defRPr>
            </a:lvl4pPr>
            <a:lvl5pPr lvl="4" rtl="0" algn="ctr">
              <a:spcBef>
                <a:spcPts val="0"/>
              </a:spcBef>
              <a:spcAft>
                <a:spcPts val="0"/>
              </a:spcAft>
              <a:buNone/>
              <a:defRPr b="1" sz="2000">
                <a:latin typeface="Lato"/>
                <a:ea typeface="Lato"/>
                <a:cs typeface="Lato"/>
                <a:sym typeface="Lato"/>
              </a:defRPr>
            </a:lvl5pPr>
            <a:lvl6pPr lvl="5" rtl="0" algn="ctr">
              <a:spcBef>
                <a:spcPts val="0"/>
              </a:spcBef>
              <a:spcAft>
                <a:spcPts val="0"/>
              </a:spcAft>
              <a:buNone/>
              <a:defRPr b="1" sz="2000">
                <a:latin typeface="Lato"/>
                <a:ea typeface="Lato"/>
                <a:cs typeface="Lato"/>
                <a:sym typeface="Lato"/>
              </a:defRPr>
            </a:lvl6pPr>
            <a:lvl7pPr lvl="6" rtl="0" algn="ctr">
              <a:spcBef>
                <a:spcPts val="0"/>
              </a:spcBef>
              <a:spcAft>
                <a:spcPts val="0"/>
              </a:spcAft>
              <a:buNone/>
              <a:defRPr b="1" sz="2000">
                <a:latin typeface="Lato"/>
                <a:ea typeface="Lato"/>
                <a:cs typeface="Lato"/>
                <a:sym typeface="Lato"/>
              </a:defRPr>
            </a:lvl7pPr>
            <a:lvl8pPr lvl="7" rtl="0" algn="ctr">
              <a:spcBef>
                <a:spcPts val="0"/>
              </a:spcBef>
              <a:spcAft>
                <a:spcPts val="0"/>
              </a:spcAft>
              <a:buNone/>
              <a:defRPr b="1" sz="2000">
                <a:latin typeface="Lato"/>
                <a:ea typeface="Lato"/>
                <a:cs typeface="Lato"/>
                <a:sym typeface="Lato"/>
              </a:defRPr>
            </a:lvl8pPr>
            <a:lvl9pPr lvl="8" rtl="0" algn="ctr">
              <a:spcBef>
                <a:spcPts val="0"/>
              </a:spcBef>
              <a:spcAft>
                <a:spcPts val="0"/>
              </a:spcAft>
              <a:buNone/>
              <a:defRPr b="1" sz="2000">
                <a:latin typeface="Lato"/>
                <a:ea typeface="Lato"/>
                <a:cs typeface="Lato"/>
                <a:sym typeface="Lato"/>
              </a:defRPr>
            </a:lvl9pPr>
          </a:lstStyle>
          <a:p/>
        </p:txBody>
      </p:sp>
      <p:sp>
        <p:nvSpPr>
          <p:cNvPr id="198" name="Google Shape;198;p18"/>
          <p:cNvSpPr txBox="1"/>
          <p:nvPr>
            <p:ph idx="2" type="title"/>
          </p:nvPr>
        </p:nvSpPr>
        <p:spPr>
          <a:xfrm flipH="1">
            <a:off x="3360925" y="2192025"/>
            <a:ext cx="24315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199" name="Google Shape;199;p18"/>
          <p:cNvSpPr txBox="1"/>
          <p:nvPr>
            <p:ph idx="3" type="title"/>
          </p:nvPr>
        </p:nvSpPr>
        <p:spPr>
          <a:xfrm flipH="1">
            <a:off x="719075" y="1734921"/>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solidFill>
                  <a:srgbClr val="000000"/>
                </a:solidFill>
                <a:latin typeface="Lato"/>
                <a:ea typeface="Lato"/>
                <a:cs typeface="Lato"/>
                <a:sym typeface="Lato"/>
              </a:defRPr>
            </a:lvl1pPr>
            <a:lvl2pPr lvl="1" rtl="0" algn="ctr">
              <a:spcBef>
                <a:spcPts val="0"/>
              </a:spcBef>
              <a:spcAft>
                <a:spcPts val="0"/>
              </a:spcAft>
              <a:buNone/>
              <a:defRPr b="1" sz="2000">
                <a:solidFill>
                  <a:srgbClr val="000000"/>
                </a:solidFill>
                <a:latin typeface="Lato"/>
                <a:ea typeface="Lato"/>
                <a:cs typeface="Lato"/>
                <a:sym typeface="Lato"/>
              </a:defRPr>
            </a:lvl2pPr>
            <a:lvl3pPr lvl="2" rtl="0" algn="ctr">
              <a:spcBef>
                <a:spcPts val="0"/>
              </a:spcBef>
              <a:spcAft>
                <a:spcPts val="0"/>
              </a:spcAft>
              <a:buNone/>
              <a:defRPr b="1" sz="2000">
                <a:solidFill>
                  <a:srgbClr val="000000"/>
                </a:solidFill>
                <a:latin typeface="Lato"/>
                <a:ea typeface="Lato"/>
                <a:cs typeface="Lato"/>
                <a:sym typeface="Lato"/>
              </a:defRPr>
            </a:lvl3pPr>
            <a:lvl4pPr lvl="3" rtl="0" algn="ctr">
              <a:spcBef>
                <a:spcPts val="0"/>
              </a:spcBef>
              <a:spcAft>
                <a:spcPts val="0"/>
              </a:spcAft>
              <a:buNone/>
              <a:defRPr b="1" sz="2000">
                <a:solidFill>
                  <a:srgbClr val="000000"/>
                </a:solidFill>
                <a:latin typeface="Lato"/>
                <a:ea typeface="Lato"/>
                <a:cs typeface="Lato"/>
                <a:sym typeface="Lato"/>
              </a:defRPr>
            </a:lvl4pPr>
            <a:lvl5pPr lvl="4" rtl="0" algn="ctr">
              <a:spcBef>
                <a:spcPts val="0"/>
              </a:spcBef>
              <a:spcAft>
                <a:spcPts val="0"/>
              </a:spcAft>
              <a:buNone/>
              <a:defRPr b="1" sz="2000">
                <a:solidFill>
                  <a:srgbClr val="000000"/>
                </a:solidFill>
                <a:latin typeface="Lato"/>
                <a:ea typeface="Lato"/>
                <a:cs typeface="Lato"/>
                <a:sym typeface="Lato"/>
              </a:defRPr>
            </a:lvl5pPr>
            <a:lvl6pPr lvl="5" rtl="0" algn="ctr">
              <a:spcBef>
                <a:spcPts val="0"/>
              </a:spcBef>
              <a:spcAft>
                <a:spcPts val="0"/>
              </a:spcAft>
              <a:buNone/>
              <a:defRPr b="1" sz="2000">
                <a:solidFill>
                  <a:srgbClr val="000000"/>
                </a:solidFill>
                <a:latin typeface="Lato"/>
                <a:ea typeface="Lato"/>
                <a:cs typeface="Lato"/>
                <a:sym typeface="Lato"/>
              </a:defRPr>
            </a:lvl6pPr>
            <a:lvl7pPr lvl="6" rtl="0" algn="ctr">
              <a:spcBef>
                <a:spcPts val="0"/>
              </a:spcBef>
              <a:spcAft>
                <a:spcPts val="0"/>
              </a:spcAft>
              <a:buNone/>
              <a:defRPr b="1" sz="2000">
                <a:solidFill>
                  <a:srgbClr val="000000"/>
                </a:solidFill>
                <a:latin typeface="Lato"/>
                <a:ea typeface="Lato"/>
                <a:cs typeface="Lato"/>
                <a:sym typeface="Lato"/>
              </a:defRPr>
            </a:lvl7pPr>
            <a:lvl8pPr lvl="7" rtl="0" algn="ctr">
              <a:spcBef>
                <a:spcPts val="0"/>
              </a:spcBef>
              <a:spcAft>
                <a:spcPts val="0"/>
              </a:spcAft>
              <a:buNone/>
              <a:defRPr b="1" sz="2000">
                <a:solidFill>
                  <a:srgbClr val="000000"/>
                </a:solidFill>
                <a:latin typeface="Lato"/>
                <a:ea typeface="Lato"/>
                <a:cs typeface="Lato"/>
                <a:sym typeface="Lato"/>
              </a:defRPr>
            </a:lvl8pPr>
            <a:lvl9pPr lvl="8" rtl="0" algn="ctr">
              <a:spcBef>
                <a:spcPts val="0"/>
              </a:spcBef>
              <a:spcAft>
                <a:spcPts val="0"/>
              </a:spcAft>
              <a:buNone/>
              <a:defRPr b="1" sz="2000">
                <a:solidFill>
                  <a:srgbClr val="000000"/>
                </a:solidFill>
                <a:latin typeface="Lato"/>
                <a:ea typeface="Lato"/>
                <a:cs typeface="Lato"/>
                <a:sym typeface="Lato"/>
              </a:defRPr>
            </a:lvl9pPr>
          </a:lstStyle>
          <a:p/>
        </p:txBody>
      </p:sp>
      <p:sp>
        <p:nvSpPr>
          <p:cNvPr id="200" name="Google Shape;200;p18"/>
          <p:cNvSpPr txBox="1"/>
          <p:nvPr>
            <p:ph idx="4" type="title"/>
          </p:nvPr>
        </p:nvSpPr>
        <p:spPr>
          <a:xfrm flipH="1">
            <a:off x="539225" y="2192025"/>
            <a:ext cx="24315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201" name="Google Shape;201;p18"/>
          <p:cNvSpPr txBox="1"/>
          <p:nvPr>
            <p:ph idx="5" type="title"/>
          </p:nvPr>
        </p:nvSpPr>
        <p:spPr>
          <a:xfrm flipH="1">
            <a:off x="6353125" y="1734921"/>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solidFill>
                  <a:srgbClr val="000000"/>
                </a:solidFill>
                <a:latin typeface="Lato"/>
                <a:ea typeface="Lato"/>
                <a:cs typeface="Lato"/>
                <a:sym typeface="Lato"/>
              </a:defRPr>
            </a:lvl1pPr>
            <a:lvl2pPr lvl="1" rtl="0" algn="ctr">
              <a:spcBef>
                <a:spcPts val="0"/>
              </a:spcBef>
              <a:spcAft>
                <a:spcPts val="0"/>
              </a:spcAft>
              <a:buNone/>
              <a:defRPr b="1" sz="2000">
                <a:solidFill>
                  <a:srgbClr val="000000"/>
                </a:solidFill>
                <a:latin typeface="Lato"/>
                <a:ea typeface="Lato"/>
                <a:cs typeface="Lato"/>
                <a:sym typeface="Lato"/>
              </a:defRPr>
            </a:lvl2pPr>
            <a:lvl3pPr lvl="2" rtl="0" algn="ctr">
              <a:spcBef>
                <a:spcPts val="0"/>
              </a:spcBef>
              <a:spcAft>
                <a:spcPts val="0"/>
              </a:spcAft>
              <a:buNone/>
              <a:defRPr b="1" sz="2000">
                <a:solidFill>
                  <a:srgbClr val="000000"/>
                </a:solidFill>
                <a:latin typeface="Lato"/>
                <a:ea typeface="Lato"/>
                <a:cs typeface="Lato"/>
                <a:sym typeface="Lato"/>
              </a:defRPr>
            </a:lvl3pPr>
            <a:lvl4pPr lvl="3" rtl="0" algn="ctr">
              <a:spcBef>
                <a:spcPts val="0"/>
              </a:spcBef>
              <a:spcAft>
                <a:spcPts val="0"/>
              </a:spcAft>
              <a:buNone/>
              <a:defRPr b="1" sz="2000">
                <a:solidFill>
                  <a:srgbClr val="000000"/>
                </a:solidFill>
                <a:latin typeface="Lato"/>
                <a:ea typeface="Lato"/>
                <a:cs typeface="Lato"/>
                <a:sym typeface="Lato"/>
              </a:defRPr>
            </a:lvl4pPr>
            <a:lvl5pPr lvl="4" rtl="0" algn="ctr">
              <a:spcBef>
                <a:spcPts val="0"/>
              </a:spcBef>
              <a:spcAft>
                <a:spcPts val="0"/>
              </a:spcAft>
              <a:buNone/>
              <a:defRPr b="1" sz="2000">
                <a:solidFill>
                  <a:srgbClr val="000000"/>
                </a:solidFill>
                <a:latin typeface="Lato"/>
                <a:ea typeface="Lato"/>
                <a:cs typeface="Lato"/>
                <a:sym typeface="Lato"/>
              </a:defRPr>
            </a:lvl5pPr>
            <a:lvl6pPr lvl="5" rtl="0" algn="ctr">
              <a:spcBef>
                <a:spcPts val="0"/>
              </a:spcBef>
              <a:spcAft>
                <a:spcPts val="0"/>
              </a:spcAft>
              <a:buNone/>
              <a:defRPr b="1" sz="2000">
                <a:solidFill>
                  <a:srgbClr val="000000"/>
                </a:solidFill>
                <a:latin typeface="Lato"/>
                <a:ea typeface="Lato"/>
                <a:cs typeface="Lato"/>
                <a:sym typeface="Lato"/>
              </a:defRPr>
            </a:lvl6pPr>
            <a:lvl7pPr lvl="6" rtl="0" algn="ctr">
              <a:spcBef>
                <a:spcPts val="0"/>
              </a:spcBef>
              <a:spcAft>
                <a:spcPts val="0"/>
              </a:spcAft>
              <a:buNone/>
              <a:defRPr b="1" sz="2000">
                <a:solidFill>
                  <a:srgbClr val="000000"/>
                </a:solidFill>
                <a:latin typeface="Lato"/>
                <a:ea typeface="Lato"/>
                <a:cs typeface="Lato"/>
                <a:sym typeface="Lato"/>
              </a:defRPr>
            </a:lvl7pPr>
            <a:lvl8pPr lvl="7" rtl="0" algn="ctr">
              <a:spcBef>
                <a:spcPts val="0"/>
              </a:spcBef>
              <a:spcAft>
                <a:spcPts val="0"/>
              </a:spcAft>
              <a:buNone/>
              <a:defRPr b="1" sz="2000">
                <a:solidFill>
                  <a:srgbClr val="000000"/>
                </a:solidFill>
                <a:latin typeface="Lato"/>
                <a:ea typeface="Lato"/>
                <a:cs typeface="Lato"/>
                <a:sym typeface="Lato"/>
              </a:defRPr>
            </a:lvl8pPr>
            <a:lvl9pPr lvl="8" rtl="0" algn="ctr">
              <a:spcBef>
                <a:spcPts val="0"/>
              </a:spcBef>
              <a:spcAft>
                <a:spcPts val="0"/>
              </a:spcAft>
              <a:buNone/>
              <a:defRPr b="1" sz="2000">
                <a:solidFill>
                  <a:srgbClr val="000000"/>
                </a:solidFill>
                <a:latin typeface="Lato"/>
                <a:ea typeface="Lato"/>
                <a:cs typeface="Lato"/>
                <a:sym typeface="Lato"/>
              </a:defRPr>
            </a:lvl9pPr>
          </a:lstStyle>
          <a:p/>
        </p:txBody>
      </p:sp>
      <p:sp>
        <p:nvSpPr>
          <p:cNvPr id="202" name="Google Shape;202;p18"/>
          <p:cNvSpPr txBox="1"/>
          <p:nvPr>
            <p:ph idx="6" type="title"/>
          </p:nvPr>
        </p:nvSpPr>
        <p:spPr>
          <a:xfrm flipH="1">
            <a:off x="6173275" y="2192025"/>
            <a:ext cx="24315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203" name="Google Shape;203;p18"/>
          <p:cNvSpPr txBox="1"/>
          <p:nvPr>
            <p:ph idx="7" type="title"/>
          </p:nvPr>
        </p:nvSpPr>
        <p:spPr>
          <a:xfrm flipH="1">
            <a:off x="3540775" y="3645750"/>
            <a:ext cx="2071800" cy="448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2000">
                <a:latin typeface="Lato"/>
                <a:ea typeface="Lato"/>
                <a:cs typeface="Lato"/>
                <a:sym typeface="Lato"/>
              </a:defRPr>
            </a:lvl1pPr>
            <a:lvl2pPr lvl="1" rtl="0" algn="ctr">
              <a:spcBef>
                <a:spcPts val="0"/>
              </a:spcBef>
              <a:spcAft>
                <a:spcPts val="0"/>
              </a:spcAft>
              <a:buNone/>
              <a:defRPr b="1" sz="2000">
                <a:latin typeface="Lato"/>
                <a:ea typeface="Lato"/>
                <a:cs typeface="Lato"/>
                <a:sym typeface="Lato"/>
              </a:defRPr>
            </a:lvl2pPr>
            <a:lvl3pPr lvl="2" rtl="0" algn="ctr">
              <a:spcBef>
                <a:spcPts val="0"/>
              </a:spcBef>
              <a:spcAft>
                <a:spcPts val="0"/>
              </a:spcAft>
              <a:buNone/>
              <a:defRPr b="1" sz="2000">
                <a:latin typeface="Lato"/>
                <a:ea typeface="Lato"/>
                <a:cs typeface="Lato"/>
                <a:sym typeface="Lato"/>
              </a:defRPr>
            </a:lvl3pPr>
            <a:lvl4pPr lvl="3" rtl="0" algn="ctr">
              <a:spcBef>
                <a:spcPts val="0"/>
              </a:spcBef>
              <a:spcAft>
                <a:spcPts val="0"/>
              </a:spcAft>
              <a:buNone/>
              <a:defRPr b="1" sz="2000">
                <a:latin typeface="Lato"/>
                <a:ea typeface="Lato"/>
                <a:cs typeface="Lato"/>
                <a:sym typeface="Lato"/>
              </a:defRPr>
            </a:lvl4pPr>
            <a:lvl5pPr lvl="4" rtl="0" algn="ctr">
              <a:spcBef>
                <a:spcPts val="0"/>
              </a:spcBef>
              <a:spcAft>
                <a:spcPts val="0"/>
              </a:spcAft>
              <a:buNone/>
              <a:defRPr b="1" sz="2000">
                <a:latin typeface="Lato"/>
                <a:ea typeface="Lato"/>
                <a:cs typeface="Lato"/>
                <a:sym typeface="Lato"/>
              </a:defRPr>
            </a:lvl5pPr>
            <a:lvl6pPr lvl="5" rtl="0" algn="ctr">
              <a:spcBef>
                <a:spcPts val="0"/>
              </a:spcBef>
              <a:spcAft>
                <a:spcPts val="0"/>
              </a:spcAft>
              <a:buNone/>
              <a:defRPr b="1" sz="2000">
                <a:latin typeface="Lato"/>
                <a:ea typeface="Lato"/>
                <a:cs typeface="Lato"/>
                <a:sym typeface="Lato"/>
              </a:defRPr>
            </a:lvl6pPr>
            <a:lvl7pPr lvl="6" rtl="0" algn="ctr">
              <a:spcBef>
                <a:spcPts val="0"/>
              </a:spcBef>
              <a:spcAft>
                <a:spcPts val="0"/>
              </a:spcAft>
              <a:buNone/>
              <a:defRPr b="1" sz="2000">
                <a:latin typeface="Lato"/>
                <a:ea typeface="Lato"/>
                <a:cs typeface="Lato"/>
                <a:sym typeface="Lato"/>
              </a:defRPr>
            </a:lvl7pPr>
            <a:lvl8pPr lvl="7" rtl="0" algn="ctr">
              <a:spcBef>
                <a:spcPts val="0"/>
              </a:spcBef>
              <a:spcAft>
                <a:spcPts val="0"/>
              </a:spcAft>
              <a:buNone/>
              <a:defRPr b="1" sz="2000">
                <a:latin typeface="Lato"/>
                <a:ea typeface="Lato"/>
                <a:cs typeface="Lato"/>
                <a:sym typeface="Lato"/>
              </a:defRPr>
            </a:lvl8pPr>
            <a:lvl9pPr lvl="8" rtl="0" algn="ctr">
              <a:spcBef>
                <a:spcPts val="0"/>
              </a:spcBef>
              <a:spcAft>
                <a:spcPts val="0"/>
              </a:spcAft>
              <a:buNone/>
              <a:defRPr b="1" sz="2000">
                <a:latin typeface="Lato"/>
                <a:ea typeface="Lato"/>
                <a:cs typeface="Lato"/>
                <a:sym typeface="Lato"/>
              </a:defRPr>
            </a:lvl9pPr>
          </a:lstStyle>
          <a:p/>
        </p:txBody>
      </p:sp>
      <p:sp>
        <p:nvSpPr>
          <p:cNvPr id="204" name="Google Shape;204;p18"/>
          <p:cNvSpPr txBox="1"/>
          <p:nvPr>
            <p:ph idx="8" type="title"/>
          </p:nvPr>
        </p:nvSpPr>
        <p:spPr>
          <a:xfrm flipH="1">
            <a:off x="3360925" y="4102850"/>
            <a:ext cx="24315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205" name="Google Shape;205;p18"/>
          <p:cNvSpPr txBox="1"/>
          <p:nvPr>
            <p:ph idx="9" type="title"/>
          </p:nvPr>
        </p:nvSpPr>
        <p:spPr>
          <a:xfrm flipH="1">
            <a:off x="719075" y="3645742"/>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solidFill>
                  <a:srgbClr val="000000"/>
                </a:solidFill>
                <a:latin typeface="Lato"/>
                <a:ea typeface="Lato"/>
                <a:cs typeface="Lato"/>
                <a:sym typeface="Lato"/>
              </a:defRPr>
            </a:lvl1pPr>
            <a:lvl2pPr lvl="1" rtl="0" algn="ctr">
              <a:spcBef>
                <a:spcPts val="0"/>
              </a:spcBef>
              <a:spcAft>
                <a:spcPts val="0"/>
              </a:spcAft>
              <a:buNone/>
              <a:defRPr b="1" sz="2000">
                <a:solidFill>
                  <a:srgbClr val="000000"/>
                </a:solidFill>
                <a:latin typeface="Lato"/>
                <a:ea typeface="Lato"/>
                <a:cs typeface="Lato"/>
                <a:sym typeface="Lato"/>
              </a:defRPr>
            </a:lvl2pPr>
            <a:lvl3pPr lvl="2" rtl="0" algn="ctr">
              <a:spcBef>
                <a:spcPts val="0"/>
              </a:spcBef>
              <a:spcAft>
                <a:spcPts val="0"/>
              </a:spcAft>
              <a:buNone/>
              <a:defRPr b="1" sz="2000">
                <a:solidFill>
                  <a:srgbClr val="000000"/>
                </a:solidFill>
                <a:latin typeface="Lato"/>
                <a:ea typeface="Lato"/>
                <a:cs typeface="Lato"/>
                <a:sym typeface="Lato"/>
              </a:defRPr>
            </a:lvl3pPr>
            <a:lvl4pPr lvl="3" rtl="0" algn="ctr">
              <a:spcBef>
                <a:spcPts val="0"/>
              </a:spcBef>
              <a:spcAft>
                <a:spcPts val="0"/>
              </a:spcAft>
              <a:buNone/>
              <a:defRPr b="1" sz="2000">
                <a:solidFill>
                  <a:srgbClr val="000000"/>
                </a:solidFill>
                <a:latin typeface="Lato"/>
                <a:ea typeface="Lato"/>
                <a:cs typeface="Lato"/>
                <a:sym typeface="Lato"/>
              </a:defRPr>
            </a:lvl4pPr>
            <a:lvl5pPr lvl="4" rtl="0" algn="ctr">
              <a:spcBef>
                <a:spcPts val="0"/>
              </a:spcBef>
              <a:spcAft>
                <a:spcPts val="0"/>
              </a:spcAft>
              <a:buNone/>
              <a:defRPr b="1" sz="2000">
                <a:solidFill>
                  <a:srgbClr val="000000"/>
                </a:solidFill>
                <a:latin typeface="Lato"/>
                <a:ea typeface="Lato"/>
                <a:cs typeface="Lato"/>
                <a:sym typeface="Lato"/>
              </a:defRPr>
            </a:lvl5pPr>
            <a:lvl6pPr lvl="5" rtl="0" algn="ctr">
              <a:spcBef>
                <a:spcPts val="0"/>
              </a:spcBef>
              <a:spcAft>
                <a:spcPts val="0"/>
              </a:spcAft>
              <a:buNone/>
              <a:defRPr b="1" sz="2000">
                <a:solidFill>
                  <a:srgbClr val="000000"/>
                </a:solidFill>
                <a:latin typeface="Lato"/>
                <a:ea typeface="Lato"/>
                <a:cs typeface="Lato"/>
                <a:sym typeface="Lato"/>
              </a:defRPr>
            </a:lvl6pPr>
            <a:lvl7pPr lvl="6" rtl="0" algn="ctr">
              <a:spcBef>
                <a:spcPts val="0"/>
              </a:spcBef>
              <a:spcAft>
                <a:spcPts val="0"/>
              </a:spcAft>
              <a:buNone/>
              <a:defRPr b="1" sz="2000">
                <a:solidFill>
                  <a:srgbClr val="000000"/>
                </a:solidFill>
                <a:latin typeface="Lato"/>
                <a:ea typeface="Lato"/>
                <a:cs typeface="Lato"/>
                <a:sym typeface="Lato"/>
              </a:defRPr>
            </a:lvl7pPr>
            <a:lvl8pPr lvl="7" rtl="0" algn="ctr">
              <a:spcBef>
                <a:spcPts val="0"/>
              </a:spcBef>
              <a:spcAft>
                <a:spcPts val="0"/>
              </a:spcAft>
              <a:buNone/>
              <a:defRPr b="1" sz="2000">
                <a:solidFill>
                  <a:srgbClr val="000000"/>
                </a:solidFill>
                <a:latin typeface="Lato"/>
                <a:ea typeface="Lato"/>
                <a:cs typeface="Lato"/>
                <a:sym typeface="Lato"/>
              </a:defRPr>
            </a:lvl8pPr>
            <a:lvl9pPr lvl="8" rtl="0" algn="ctr">
              <a:spcBef>
                <a:spcPts val="0"/>
              </a:spcBef>
              <a:spcAft>
                <a:spcPts val="0"/>
              </a:spcAft>
              <a:buNone/>
              <a:defRPr b="1" sz="2000">
                <a:solidFill>
                  <a:srgbClr val="000000"/>
                </a:solidFill>
                <a:latin typeface="Lato"/>
                <a:ea typeface="Lato"/>
                <a:cs typeface="Lato"/>
                <a:sym typeface="Lato"/>
              </a:defRPr>
            </a:lvl9pPr>
          </a:lstStyle>
          <a:p/>
        </p:txBody>
      </p:sp>
      <p:sp>
        <p:nvSpPr>
          <p:cNvPr id="206" name="Google Shape;206;p18"/>
          <p:cNvSpPr txBox="1"/>
          <p:nvPr>
            <p:ph idx="13" type="title"/>
          </p:nvPr>
        </p:nvSpPr>
        <p:spPr>
          <a:xfrm flipH="1">
            <a:off x="539225" y="4102850"/>
            <a:ext cx="24315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207" name="Google Shape;207;p18"/>
          <p:cNvSpPr txBox="1"/>
          <p:nvPr>
            <p:ph idx="14" type="title"/>
          </p:nvPr>
        </p:nvSpPr>
        <p:spPr>
          <a:xfrm flipH="1">
            <a:off x="6353125" y="3645742"/>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solidFill>
                  <a:srgbClr val="000000"/>
                </a:solidFill>
                <a:latin typeface="Lato"/>
                <a:ea typeface="Lato"/>
                <a:cs typeface="Lato"/>
                <a:sym typeface="Lato"/>
              </a:defRPr>
            </a:lvl1pPr>
            <a:lvl2pPr lvl="1" rtl="0" algn="ctr">
              <a:spcBef>
                <a:spcPts val="0"/>
              </a:spcBef>
              <a:spcAft>
                <a:spcPts val="0"/>
              </a:spcAft>
              <a:buNone/>
              <a:defRPr b="1" sz="2000">
                <a:solidFill>
                  <a:srgbClr val="000000"/>
                </a:solidFill>
                <a:latin typeface="Lato"/>
                <a:ea typeface="Lato"/>
                <a:cs typeface="Lato"/>
                <a:sym typeface="Lato"/>
              </a:defRPr>
            </a:lvl2pPr>
            <a:lvl3pPr lvl="2" rtl="0" algn="ctr">
              <a:spcBef>
                <a:spcPts val="0"/>
              </a:spcBef>
              <a:spcAft>
                <a:spcPts val="0"/>
              </a:spcAft>
              <a:buNone/>
              <a:defRPr b="1" sz="2000">
                <a:solidFill>
                  <a:srgbClr val="000000"/>
                </a:solidFill>
                <a:latin typeface="Lato"/>
                <a:ea typeface="Lato"/>
                <a:cs typeface="Lato"/>
                <a:sym typeface="Lato"/>
              </a:defRPr>
            </a:lvl3pPr>
            <a:lvl4pPr lvl="3" rtl="0" algn="ctr">
              <a:spcBef>
                <a:spcPts val="0"/>
              </a:spcBef>
              <a:spcAft>
                <a:spcPts val="0"/>
              </a:spcAft>
              <a:buNone/>
              <a:defRPr b="1" sz="2000">
                <a:solidFill>
                  <a:srgbClr val="000000"/>
                </a:solidFill>
                <a:latin typeface="Lato"/>
                <a:ea typeface="Lato"/>
                <a:cs typeface="Lato"/>
                <a:sym typeface="Lato"/>
              </a:defRPr>
            </a:lvl4pPr>
            <a:lvl5pPr lvl="4" rtl="0" algn="ctr">
              <a:spcBef>
                <a:spcPts val="0"/>
              </a:spcBef>
              <a:spcAft>
                <a:spcPts val="0"/>
              </a:spcAft>
              <a:buNone/>
              <a:defRPr b="1" sz="2000">
                <a:solidFill>
                  <a:srgbClr val="000000"/>
                </a:solidFill>
                <a:latin typeface="Lato"/>
                <a:ea typeface="Lato"/>
                <a:cs typeface="Lato"/>
                <a:sym typeface="Lato"/>
              </a:defRPr>
            </a:lvl5pPr>
            <a:lvl6pPr lvl="5" rtl="0" algn="ctr">
              <a:spcBef>
                <a:spcPts val="0"/>
              </a:spcBef>
              <a:spcAft>
                <a:spcPts val="0"/>
              </a:spcAft>
              <a:buNone/>
              <a:defRPr b="1" sz="2000">
                <a:solidFill>
                  <a:srgbClr val="000000"/>
                </a:solidFill>
                <a:latin typeface="Lato"/>
                <a:ea typeface="Lato"/>
                <a:cs typeface="Lato"/>
                <a:sym typeface="Lato"/>
              </a:defRPr>
            </a:lvl6pPr>
            <a:lvl7pPr lvl="6" rtl="0" algn="ctr">
              <a:spcBef>
                <a:spcPts val="0"/>
              </a:spcBef>
              <a:spcAft>
                <a:spcPts val="0"/>
              </a:spcAft>
              <a:buNone/>
              <a:defRPr b="1" sz="2000">
                <a:solidFill>
                  <a:srgbClr val="000000"/>
                </a:solidFill>
                <a:latin typeface="Lato"/>
                <a:ea typeface="Lato"/>
                <a:cs typeface="Lato"/>
                <a:sym typeface="Lato"/>
              </a:defRPr>
            </a:lvl7pPr>
            <a:lvl8pPr lvl="7" rtl="0" algn="ctr">
              <a:spcBef>
                <a:spcPts val="0"/>
              </a:spcBef>
              <a:spcAft>
                <a:spcPts val="0"/>
              </a:spcAft>
              <a:buNone/>
              <a:defRPr b="1" sz="2000">
                <a:solidFill>
                  <a:srgbClr val="000000"/>
                </a:solidFill>
                <a:latin typeface="Lato"/>
                <a:ea typeface="Lato"/>
                <a:cs typeface="Lato"/>
                <a:sym typeface="Lato"/>
              </a:defRPr>
            </a:lvl8pPr>
            <a:lvl9pPr lvl="8" rtl="0" algn="ctr">
              <a:spcBef>
                <a:spcPts val="0"/>
              </a:spcBef>
              <a:spcAft>
                <a:spcPts val="0"/>
              </a:spcAft>
              <a:buNone/>
              <a:defRPr b="1" sz="2000">
                <a:solidFill>
                  <a:srgbClr val="000000"/>
                </a:solidFill>
                <a:latin typeface="Lato"/>
                <a:ea typeface="Lato"/>
                <a:cs typeface="Lato"/>
                <a:sym typeface="Lato"/>
              </a:defRPr>
            </a:lvl9pPr>
          </a:lstStyle>
          <a:p/>
        </p:txBody>
      </p:sp>
      <p:sp>
        <p:nvSpPr>
          <p:cNvPr id="208" name="Google Shape;208;p18"/>
          <p:cNvSpPr txBox="1"/>
          <p:nvPr>
            <p:ph idx="15" type="title"/>
          </p:nvPr>
        </p:nvSpPr>
        <p:spPr>
          <a:xfrm flipH="1">
            <a:off x="6173275" y="4102850"/>
            <a:ext cx="24315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209" name="Google Shape;209;p18"/>
          <p:cNvSpPr/>
          <p:nvPr/>
        </p:nvSpPr>
        <p:spPr>
          <a:xfrm>
            <a:off x="8027200" y="33322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8"/>
          <p:cNvSpPr/>
          <p:nvPr/>
        </p:nvSpPr>
        <p:spPr>
          <a:xfrm>
            <a:off x="6291000" y="42477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8"/>
          <p:cNvSpPr/>
          <p:nvPr/>
        </p:nvSpPr>
        <p:spPr>
          <a:xfrm flipH="1" rot="8854439">
            <a:off x="-349672" y="-1328205"/>
            <a:ext cx="4270960" cy="2334337"/>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8"/>
          <p:cNvSpPr/>
          <p:nvPr/>
        </p:nvSpPr>
        <p:spPr>
          <a:xfrm>
            <a:off x="4874613" y="2476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
          <p:cNvSpPr/>
          <p:nvPr/>
        </p:nvSpPr>
        <p:spPr>
          <a:xfrm>
            <a:off x="5880450" y="32962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
          <p:cNvSpPr/>
          <p:nvPr/>
        </p:nvSpPr>
        <p:spPr>
          <a:xfrm>
            <a:off x="8840550" y="18402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8"/>
          <p:cNvSpPr/>
          <p:nvPr/>
        </p:nvSpPr>
        <p:spPr>
          <a:xfrm>
            <a:off x="287100" y="33877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8"/>
          <p:cNvSpPr/>
          <p:nvPr/>
        </p:nvSpPr>
        <p:spPr>
          <a:xfrm>
            <a:off x="8932050" y="445970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
          <p:cNvSpPr/>
          <p:nvPr/>
        </p:nvSpPr>
        <p:spPr>
          <a:xfrm>
            <a:off x="668625" y="13999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
          <p:cNvSpPr txBox="1"/>
          <p:nvPr>
            <p:ph idx="16" type="title"/>
          </p:nvPr>
        </p:nvSpPr>
        <p:spPr>
          <a:xfrm>
            <a:off x="723775" y="542925"/>
            <a:ext cx="77058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800">
                <a:latin typeface="Lato"/>
                <a:ea typeface="Lato"/>
                <a:cs typeface="Lato"/>
                <a:sym typeface="Lato"/>
              </a:defRPr>
            </a:lvl1pPr>
            <a:lvl2pPr lvl="1" rtl="0" algn="ctr">
              <a:spcBef>
                <a:spcPts val="0"/>
              </a:spcBef>
              <a:spcAft>
                <a:spcPts val="0"/>
              </a:spcAft>
              <a:buNone/>
              <a:defRPr b="1" sz="2800">
                <a:latin typeface="Lato"/>
                <a:ea typeface="Lato"/>
                <a:cs typeface="Lato"/>
                <a:sym typeface="Lato"/>
              </a:defRPr>
            </a:lvl2pPr>
            <a:lvl3pPr lvl="2" rtl="0" algn="ctr">
              <a:spcBef>
                <a:spcPts val="0"/>
              </a:spcBef>
              <a:spcAft>
                <a:spcPts val="0"/>
              </a:spcAft>
              <a:buNone/>
              <a:defRPr b="1" sz="2800">
                <a:latin typeface="Lato"/>
                <a:ea typeface="Lato"/>
                <a:cs typeface="Lato"/>
                <a:sym typeface="Lato"/>
              </a:defRPr>
            </a:lvl3pPr>
            <a:lvl4pPr lvl="3" rtl="0" algn="ctr">
              <a:spcBef>
                <a:spcPts val="0"/>
              </a:spcBef>
              <a:spcAft>
                <a:spcPts val="0"/>
              </a:spcAft>
              <a:buNone/>
              <a:defRPr b="1" sz="2800">
                <a:latin typeface="Lato"/>
                <a:ea typeface="Lato"/>
                <a:cs typeface="Lato"/>
                <a:sym typeface="Lato"/>
              </a:defRPr>
            </a:lvl4pPr>
            <a:lvl5pPr lvl="4" rtl="0" algn="ctr">
              <a:spcBef>
                <a:spcPts val="0"/>
              </a:spcBef>
              <a:spcAft>
                <a:spcPts val="0"/>
              </a:spcAft>
              <a:buNone/>
              <a:defRPr b="1" sz="2800">
                <a:latin typeface="Lato"/>
                <a:ea typeface="Lato"/>
                <a:cs typeface="Lato"/>
                <a:sym typeface="Lato"/>
              </a:defRPr>
            </a:lvl5pPr>
            <a:lvl6pPr lvl="5" rtl="0" algn="ctr">
              <a:spcBef>
                <a:spcPts val="0"/>
              </a:spcBef>
              <a:spcAft>
                <a:spcPts val="0"/>
              </a:spcAft>
              <a:buNone/>
              <a:defRPr b="1" sz="2800">
                <a:latin typeface="Lato"/>
                <a:ea typeface="Lato"/>
                <a:cs typeface="Lato"/>
                <a:sym typeface="Lato"/>
              </a:defRPr>
            </a:lvl6pPr>
            <a:lvl7pPr lvl="6" rtl="0" algn="ctr">
              <a:spcBef>
                <a:spcPts val="0"/>
              </a:spcBef>
              <a:spcAft>
                <a:spcPts val="0"/>
              </a:spcAft>
              <a:buNone/>
              <a:defRPr b="1" sz="2800">
                <a:latin typeface="Lato"/>
                <a:ea typeface="Lato"/>
                <a:cs typeface="Lato"/>
                <a:sym typeface="Lato"/>
              </a:defRPr>
            </a:lvl7pPr>
            <a:lvl8pPr lvl="7" rtl="0" algn="ctr">
              <a:spcBef>
                <a:spcPts val="0"/>
              </a:spcBef>
              <a:spcAft>
                <a:spcPts val="0"/>
              </a:spcAft>
              <a:buNone/>
              <a:defRPr b="1" sz="2800">
                <a:latin typeface="Lato"/>
                <a:ea typeface="Lato"/>
                <a:cs typeface="Lato"/>
                <a:sym typeface="Lato"/>
              </a:defRPr>
            </a:lvl8pPr>
            <a:lvl9pPr lvl="8" rtl="0" algn="ctr">
              <a:spcBef>
                <a:spcPts val="0"/>
              </a:spcBef>
              <a:spcAft>
                <a:spcPts val="0"/>
              </a:spcAft>
              <a:buNone/>
              <a:defRPr b="1" sz="2800">
                <a:latin typeface="Lato"/>
                <a:ea typeface="Lato"/>
                <a:cs typeface="Lato"/>
                <a:sym typeface="Lat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_1_1_1">
    <p:bg>
      <p:bgPr>
        <a:solidFill>
          <a:schemeClr val="lt1"/>
        </a:solidFill>
      </p:bgPr>
    </p:bg>
    <p:spTree>
      <p:nvGrpSpPr>
        <p:cNvPr id="219" name="Shape 219"/>
        <p:cNvGrpSpPr/>
        <p:nvPr/>
      </p:nvGrpSpPr>
      <p:grpSpPr>
        <a:xfrm>
          <a:off x="0" y="0"/>
          <a:ext cx="0" cy="0"/>
          <a:chOff x="0" y="0"/>
          <a:chExt cx="0" cy="0"/>
        </a:xfrm>
      </p:grpSpPr>
      <p:sp>
        <p:nvSpPr>
          <p:cNvPr id="220" name="Google Shape;220;p19"/>
          <p:cNvSpPr txBox="1"/>
          <p:nvPr>
            <p:ph type="title"/>
          </p:nvPr>
        </p:nvSpPr>
        <p:spPr>
          <a:xfrm flipH="1">
            <a:off x="1096250" y="1199575"/>
            <a:ext cx="1401000" cy="4482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2000">
                <a:solidFill>
                  <a:srgbClr val="000000"/>
                </a:solidFill>
                <a:latin typeface="Lato"/>
                <a:ea typeface="Lato"/>
                <a:cs typeface="Lato"/>
                <a:sym typeface="Lato"/>
              </a:defRPr>
            </a:lvl1pPr>
            <a:lvl2pPr lvl="1" rtl="0">
              <a:spcBef>
                <a:spcPts val="0"/>
              </a:spcBef>
              <a:spcAft>
                <a:spcPts val="0"/>
              </a:spcAft>
              <a:buNone/>
              <a:defRPr b="1" sz="2000">
                <a:solidFill>
                  <a:srgbClr val="000000"/>
                </a:solidFill>
                <a:latin typeface="Lato"/>
                <a:ea typeface="Lato"/>
                <a:cs typeface="Lato"/>
                <a:sym typeface="Lato"/>
              </a:defRPr>
            </a:lvl2pPr>
            <a:lvl3pPr lvl="2" rtl="0">
              <a:spcBef>
                <a:spcPts val="0"/>
              </a:spcBef>
              <a:spcAft>
                <a:spcPts val="0"/>
              </a:spcAft>
              <a:buNone/>
              <a:defRPr b="1" sz="2000">
                <a:solidFill>
                  <a:srgbClr val="000000"/>
                </a:solidFill>
                <a:latin typeface="Lato"/>
                <a:ea typeface="Lato"/>
                <a:cs typeface="Lato"/>
                <a:sym typeface="Lato"/>
              </a:defRPr>
            </a:lvl3pPr>
            <a:lvl4pPr lvl="3" rtl="0">
              <a:spcBef>
                <a:spcPts val="0"/>
              </a:spcBef>
              <a:spcAft>
                <a:spcPts val="0"/>
              </a:spcAft>
              <a:buNone/>
              <a:defRPr b="1" sz="2000">
                <a:solidFill>
                  <a:srgbClr val="000000"/>
                </a:solidFill>
                <a:latin typeface="Lato"/>
                <a:ea typeface="Lato"/>
                <a:cs typeface="Lato"/>
                <a:sym typeface="Lato"/>
              </a:defRPr>
            </a:lvl4pPr>
            <a:lvl5pPr lvl="4" rtl="0">
              <a:spcBef>
                <a:spcPts val="0"/>
              </a:spcBef>
              <a:spcAft>
                <a:spcPts val="0"/>
              </a:spcAft>
              <a:buNone/>
              <a:defRPr b="1" sz="2000">
                <a:solidFill>
                  <a:srgbClr val="000000"/>
                </a:solidFill>
                <a:latin typeface="Lato"/>
                <a:ea typeface="Lato"/>
                <a:cs typeface="Lato"/>
                <a:sym typeface="Lato"/>
              </a:defRPr>
            </a:lvl5pPr>
            <a:lvl6pPr lvl="5" rtl="0">
              <a:spcBef>
                <a:spcPts val="0"/>
              </a:spcBef>
              <a:spcAft>
                <a:spcPts val="0"/>
              </a:spcAft>
              <a:buNone/>
              <a:defRPr b="1" sz="2000">
                <a:solidFill>
                  <a:srgbClr val="000000"/>
                </a:solidFill>
                <a:latin typeface="Lato"/>
                <a:ea typeface="Lato"/>
                <a:cs typeface="Lato"/>
                <a:sym typeface="Lato"/>
              </a:defRPr>
            </a:lvl6pPr>
            <a:lvl7pPr lvl="6" rtl="0">
              <a:spcBef>
                <a:spcPts val="0"/>
              </a:spcBef>
              <a:spcAft>
                <a:spcPts val="0"/>
              </a:spcAft>
              <a:buNone/>
              <a:defRPr b="1" sz="2000">
                <a:solidFill>
                  <a:srgbClr val="000000"/>
                </a:solidFill>
                <a:latin typeface="Lato"/>
                <a:ea typeface="Lato"/>
                <a:cs typeface="Lato"/>
                <a:sym typeface="Lato"/>
              </a:defRPr>
            </a:lvl7pPr>
            <a:lvl8pPr lvl="7" rtl="0">
              <a:spcBef>
                <a:spcPts val="0"/>
              </a:spcBef>
              <a:spcAft>
                <a:spcPts val="0"/>
              </a:spcAft>
              <a:buNone/>
              <a:defRPr b="1" sz="2000">
                <a:solidFill>
                  <a:srgbClr val="000000"/>
                </a:solidFill>
                <a:latin typeface="Lato"/>
                <a:ea typeface="Lato"/>
                <a:cs typeface="Lato"/>
                <a:sym typeface="Lato"/>
              </a:defRPr>
            </a:lvl8pPr>
            <a:lvl9pPr lvl="8" rtl="0">
              <a:spcBef>
                <a:spcPts val="0"/>
              </a:spcBef>
              <a:spcAft>
                <a:spcPts val="0"/>
              </a:spcAft>
              <a:buNone/>
              <a:defRPr b="1" sz="2000">
                <a:solidFill>
                  <a:srgbClr val="000000"/>
                </a:solidFill>
                <a:latin typeface="Lato"/>
                <a:ea typeface="Lato"/>
                <a:cs typeface="Lato"/>
                <a:sym typeface="Lato"/>
              </a:defRPr>
            </a:lvl9pPr>
          </a:lstStyle>
          <a:p/>
        </p:txBody>
      </p:sp>
      <p:sp>
        <p:nvSpPr>
          <p:cNvPr id="221" name="Google Shape;221;p19"/>
          <p:cNvSpPr txBox="1"/>
          <p:nvPr>
            <p:ph idx="2" type="title"/>
          </p:nvPr>
        </p:nvSpPr>
        <p:spPr>
          <a:xfrm flipH="1">
            <a:off x="1096175" y="1615362"/>
            <a:ext cx="2106900" cy="505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0" sz="1400">
                <a:latin typeface="Open Sans"/>
                <a:ea typeface="Open Sans"/>
                <a:cs typeface="Open Sans"/>
                <a:sym typeface="Open Sans"/>
              </a:defRPr>
            </a:lvl1pPr>
            <a:lvl2pPr lvl="1" rtl="0">
              <a:spcBef>
                <a:spcPts val="0"/>
              </a:spcBef>
              <a:spcAft>
                <a:spcPts val="0"/>
              </a:spcAft>
              <a:buNone/>
              <a:defRPr>
                <a:latin typeface="Open Sans Light"/>
                <a:ea typeface="Open Sans Light"/>
                <a:cs typeface="Open Sans Light"/>
                <a:sym typeface="Open Sans Light"/>
              </a:defRPr>
            </a:lvl2pPr>
            <a:lvl3pPr lvl="2" rtl="0">
              <a:spcBef>
                <a:spcPts val="0"/>
              </a:spcBef>
              <a:spcAft>
                <a:spcPts val="0"/>
              </a:spcAft>
              <a:buNone/>
              <a:defRPr>
                <a:latin typeface="Open Sans Light"/>
                <a:ea typeface="Open Sans Light"/>
                <a:cs typeface="Open Sans Light"/>
                <a:sym typeface="Open Sans Light"/>
              </a:defRPr>
            </a:lvl3pPr>
            <a:lvl4pPr lvl="3" rtl="0">
              <a:spcBef>
                <a:spcPts val="0"/>
              </a:spcBef>
              <a:spcAft>
                <a:spcPts val="0"/>
              </a:spcAft>
              <a:buNone/>
              <a:defRPr>
                <a:latin typeface="Open Sans Light"/>
                <a:ea typeface="Open Sans Light"/>
                <a:cs typeface="Open Sans Light"/>
                <a:sym typeface="Open Sans Light"/>
              </a:defRPr>
            </a:lvl4pPr>
            <a:lvl5pPr lvl="4" rtl="0">
              <a:spcBef>
                <a:spcPts val="0"/>
              </a:spcBef>
              <a:spcAft>
                <a:spcPts val="0"/>
              </a:spcAft>
              <a:buNone/>
              <a:defRPr>
                <a:latin typeface="Open Sans Light"/>
                <a:ea typeface="Open Sans Light"/>
                <a:cs typeface="Open Sans Light"/>
                <a:sym typeface="Open Sans Light"/>
              </a:defRPr>
            </a:lvl5pPr>
            <a:lvl6pPr lvl="5" rtl="0">
              <a:spcBef>
                <a:spcPts val="0"/>
              </a:spcBef>
              <a:spcAft>
                <a:spcPts val="0"/>
              </a:spcAft>
              <a:buNone/>
              <a:defRPr>
                <a:latin typeface="Open Sans Light"/>
                <a:ea typeface="Open Sans Light"/>
                <a:cs typeface="Open Sans Light"/>
                <a:sym typeface="Open Sans Light"/>
              </a:defRPr>
            </a:lvl6pPr>
            <a:lvl7pPr lvl="6" rtl="0">
              <a:spcBef>
                <a:spcPts val="0"/>
              </a:spcBef>
              <a:spcAft>
                <a:spcPts val="0"/>
              </a:spcAft>
              <a:buNone/>
              <a:defRPr>
                <a:latin typeface="Open Sans Light"/>
                <a:ea typeface="Open Sans Light"/>
                <a:cs typeface="Open Sans Light"/>
                <a:sym typeface="Open Sans Light"/>
              </a:defRPr>
            </a:lvl7pPr>
            <a:lvl8pPr lvl="7" rtl="0">
              <a:spcBef>
                <a:spcPts val="0"/>
              </a:spcBef>
              <a:spcAft>
                <a:spcPts val="0"/>
              </a:spcAft>
              <a:buNone/>
              <a:defRPr>
                <a:latin typeface="Open Sans Light"/>
                <a:ea typeface="Open Sans Light"/>
                <a:cs typeface="Open Sans Light"/>
                <a:sym typeface="Open Sans Light"/>
              </a:defRPr>
            </a:lvl8pPr>
            <a:lvl9pPr lvl="8" rtl="0">
              <a:spcBef>
                <a:spcPts val="0"/>
              </a:spcBef>
              <a:spcAft>
                <a:spcPts val="0"/>
              </a:spcAft>
              <a:buNone/>
              <a:defRPr>
                <a:latin typeface="Open Sans Light"/>
                <a:ea typeface="Open Sans Light"/>
                <a:cs typeface="Open Sans Light"/>
                <a:sym typeface="Open Sans Light"/>
              </a:defRPr>
            </a:lvl9pPr>
          </a:lstStyle>
          <a:p/>
        </p:txBody>
      </p:sp>
      <p:sp>
        <p:nvSpPr>
          <p:cNvPr id="222" name="Google Shape;222;p19"/>
          <p:cNvSpPr txBox="1"/>
          <p:nvPr>
            <p:ph idx="3" type="title"/>
          </p:nvPr>
        </p:nvSpPr>
        <p:spPr>
          <a:xfrm flipH="1">
            <a:off x="1096250" y="3637976"/>
            <a:ext cx="1401000" cy="4482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2000">
                <a:latin typeface="Lato"/>
                <a:ea typeface="Lato"/>
                <a:cs typeface="Lato"/>
                <a:sym typeface="Lato"/>
              </a:defRPr>
            </a:lvl1pPr>
            <a:lvl2pPr lvl="1" rtl="0">
              <a:spcBef>
                <a:spcPts val="0"/>
              </a:spcBef>
              <a:spcAft>
                <a:spcPts val="0"/>
              </a:spcAft>
              <a:buNone/>
              <a:defRPr b="1" sz="2000">
                <a:latin typeface="Lato"/>
                <a:ea typeface="Lato"/>
                <a:cs typeface="Lato"/>
                <a:sym typeface="Lato"/>
              </a:defRPr>
            </a:lvl2pPr>
            <a:lvl3pPr lvl="2" rtl="0">
              <a:spcBef>
                <a:spcPts val="0"/>
              </a:spcBef>
              <a:spcAft>
                <a:spcPts val="0"/>
              </a:spcAft>
              <a:buNone/>
              <a:defRPr b="1" sz="2000">
                <a:latin typeface="Lato"/>
                <a:ea typeface="Lato"/>
                <a:cs typeface="Lato"/>
                <a:sym typeface="Lato"/>
              </a:defRPr>
            </a:lvl3pPr>
            <a:lvl4pPr lvl="3" rtl="0">
              <a:spcBef>
                <a:spcPts val="0"/>
              </a:spcBef>
              <a:spcAft>
                <a:spcPts val="0"/>
              </a:spcAft>
              <a:buNone/>
              <a:defRPr b="1" sz="2000">
                <a:latin typeface="Lato"/>
                <a:ea typeface="Lato"/>
                <a:cs typeface="Lato"/>
                <a:sym typeface="Lato"/>
              </a:defRPr>
            </a:lvl4pPr>
            <a:lvl5pPr lvl="4" rtl="0">
              <a:spcBef>
                <a:spcPts val="0"/>
              </a:spcBef>
              <a:spcAft>
                <a:spcPts val="0"/>
              </a:spcAft>
              <a:buNone/>
              <a:defRPr b="1" sz="2000">
                <a:latin typeface="Lato"/>
                <a:ea typeface="Lato"/>
                <a:cs typeface="Lato"/>
                <a:sym typeface="Lato"/>
              </a:defRPr>
            </a:lvl5pPr>
            <a:lvl6pPr lvl="5" rtl="0">
              <a:spcBef>
                <a:spcPts val="0"/>
              </a:spcBef>
              <a:spcAft>
                <a:spcPts val="0"/>
              </a:spcAft>
              <a:buNone/>
              <a:defRPr b="1" sz="2000">
                <a:latin typeface="Lato"/>
                <a:ea typeface="Lato"/>
                <a:cs typeface="Lato"/>
                <a:sym typeface="Lato"/>
              </a:defRPr>
            </a:lvl6pPr>
            <a:lvl7pPr lvl="6" rtl="0">
              <a:spcBef>
                <a:spcPts val="0"/>
              </a:spcBef>
              <a:spcAft>
                <a:spcPts val="0"/>
              </a:spcAft>
              <a:buNone/>
              <a:defRPr b="1" sz="2000">
                <a:latin typeface="Lato"/>
                <a:ea typeface="Lato"/>
                <a:cs typeface="Lato"/>
                <a:sym typeface="Lato"/>
              </a:defRPr>
            </a:lvl7pPr>
            <a:lvl8pPr lvl="7" rtl="0">
              <a:spcBef>
                <a:spcPts val="0"/>
              </a:spcBef>
              <a:spcAft>
                <a:spcPts val="0"/>
              </a:spcAft>
              <a:buNone/>
              <a:defRPr b="1" sz="2000">
                <a:latin typeface="Lato"/>
                <a:ea typeface="Lato"/>
                <a:cs typeface="Lato"/>
                <a:sym typeface="Lato"/>
              </a:defRPr>
            </a:lvl8pPr>
            <a:lvl9pPr lvl="8" rtl="0">
              <a:spcBef>
                <a:spcPts val="0"/>
              </a:spcBef>
              <a:spcAft>
                <a:spcPts val="0"/>
              </a:spcAft>
              <a:buNone/>
              <a:defRPr b="1" sz="2000">
                <a:latin typeface="Lato"/>
                <a:ea typeface="Lato"/>
                <a:cs typeface="Lato"/>
                <a:sym typeface="Lato"/>
              </a:defRPr>
            </a:lvl9pPr>
          </a:lstStyle>
          <a:p/>
        </p:txBody>
      </p:sp>
      <p:sp>
        <p:nvSpPr>
          <p:cNvPr id="223" name="Google Shape;223;p19"/>
          <p:cNvSpPr txBox="1"/>
          <p:nvPr>
            <p:ph idx="4" type="title"/>
          </p:nvPr>
        </p:nvSpPr>
        <p:spPr>
          <a:xfrm flipH="1">
            <a:off x="1096200" y="4053762"/>
            <a:ext cx="2106900" cy="505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0" sz="1400">
                <a:latin typeface="Open Sans"/>
                <a:ea typeface="Open Sans"/>
                <a:cs typeface="Open Sans"/>
                <a:sym typeface="Open Sans"/>
              </a:defRPr>
            </a:lvl1pPr>
            <a:lvl2pPr lvl="1" rtl="0">
              <a:spcBef>
                <a:spcPts val="0"/>
              </a:spcBef>
              <a:spcAft>
                <a:spcPts val="0"/>
              </a:spcAft>
              <a:buNone/>
              <a:defRPr>
                <a:latin typeface="Open Sans Light"/>
                <a:ea typeface="Open Sans Light"/>
                <a:cs typeface="Open Sans Light"/>
                <a:sym typeface="Open Sans Light"/>
              </a:defRPr>
            </a:lvl2pPr>
            <a:lvl3pPr lvl="2" rtl="0">
              <a:spcBef>
                <a:spcPts val="0"/>
              </a:spcBef>
              <a:spcAft>
                <a:spcPts val="0"/>
              </a:spcAft>
              <a:buNone/>
              <a:defRPr>
                <a:latin typeface="Open Sans Light"/>
                <a:ea typeface="Open Sans Light"/>
                <a:cs typeface="Open Sans Light"/>
                <a:sym typeface="Open Sans Light"/>
              </a:defRPr>
            </a:lvl3pPr>
            <a:lvl4pPr lvl="3" rtl="0">
              <a:spcBef>
                <a:spcPts val="0"/>
              </a:spcBef>
              <a:spcAft>
                <a:spcPts val="0"/>
              </a:spcAft>
              <a:buNone/>
              <a:defRPr>
                <a:latin typeface="Open Sans Light"/>
                <a:ea typeface="Open Sans Light"/>
                <a:cs typeface="Open Sans Light"/>
                <a:sym typeface="Open Sans Light"/>
              </a:defRPr>
            </a:lvl4pPr>
            <a:lvl5pPr lvl="4" rtl="0">
              <a:spcBef>
                <a:spcPts val="0"/>
              </a:spcBef>
              <a:spcAft>
                <a:spcPts val="0"/>
              </a:spcAft>
              <a:buNone/>
              <a:defRPr>
                <a:latin typeface="Open Sans Light"/>
                <a:ea typeface="Open Sans Light"/>
                <a:cs typeface="Open Sans Light"/>
                <a:sym typeface="Open Sans Light"/>
              </a:defRPr>
            </a:lvl5pPr>
            <a:lvl6pPr lvl="5" rtl="0">
              <a:spcBef>
                <a:spcPts val="0"/>
              </a:spcBef>
              <a:spcAft>
                <a:spcPts val="0"/>
              </a:spcAft>
              <a:buNone/>
              <a:defRPr>
                <a:latin typeface="Open Sans Light"/>
                <a:ea typeface="Open Sans Light"/>
                <a:cs typeface="Open Sans Light"/>
                <a:sym typeface="Open Sans Light"/>
              </a:defRPr>
            </a:lvl6pPr>
            <a:lvl7pPr lvl="6" rtl="0">
              <a:spcBef>
                <a:spcPts val="0"/>
              </a:spcBef>
              <a:spcAft>
                <a:spcPts val="0"/>
              </a:spcAft>
              <a:buNone/>
              <a:defRPr>
                <a:latin typeface="Open Sans Light"/>
                <a:ea typeface="Open Sans Light"/>
                <a:cs typeface="Open Sans Light"/>
                <a:sym typeface="Open Sans Light"/>
              </a:defRPr>
            </a:lvl7pPr>
            <a:lvl8pPr lvl="7" rtl="0">
              <a:spcBef>
                <a:spcPts val="0"/>
              </a:spcBef>
              <a:spcAft>
                <a:spcPts val="0"/>
              </a:spcAft>
              <a:buNone/>
              <a:defRPr>
                <a:latin typeface="Open Sans Light"/>
                <a:ea typeface="Open Sans Light"/>
                <a:cs typeface="Open Sans Light"/>
                <a:sym typeface="Open Sans Light"/>
              </a:defRPr>
            </a:lvl8pPr>
            <a:lvl9pPr lvl="8" rtl="0">
              <a:spcBef>
                <a:spcPts val="0"/>
              </a:spcBef>
              <a:spcAft>
                <a:spcPts val="0"/>
              </a:spcAft>
              <a:buNone/>
              <a:defRPr>
                <a:latin typeface="Open Sans Light"/>
                <a:ea typeface="Open Sans Light"/>
                <a:cs typeface="Open Sans Light"/>
                <a:sym typeface="Open Sans Light"/>
              </a:defRPr>
            </a:lvl9pPr>
          </a:lstStyle>
          <a:p/>
        </p:txBody>
      </p:sp>
      <p:sp>
        <p:nvSpPr>
          <p:cNvPr id="224" name="Google Shape;224;p19"/>
          <p:cNvSpPr txBox="1"/>
          <p:nvPr>
            <p:ph idx="5" type="title"/>
          </p:nvPr>
        </p:nvSpPr>
        <p:spPr>
          <a:xfrm flipH="1">
            <a:off x="1096250" y="2418773"/>
            <a:ext cx="1401000" cy="4482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2000">
                <a:solidFill>
                  <a:srgbClr val="000000"/>
                </a:solidFill>
                <a:latin typeface="Lato"/>
                <a:ea typeface="Lato"/>
                <a:cs typeface="Lato"/>
                <a:sym typeface="Lato"/>
              </a:defRPr>
            </a:lvl1pPr>
            <a:lvl2pPr lvl="1" rtl="0">
              <a:spcBef>
                <a:spcPts val="0"/>
              </a:spcBef>
              <a:spcAft>
                <a:spcPts val="0"/>
              </a:spcAft>
              <a:buNone/>
              <a:defRPr b="1" sz="2000">
                <a:solidFill>
                  <a:srgbClr val="000000"/>
                </a:solidFill>
                <a:latin typeface="Lato"/>
                <a:ea typeface="Lato"/>
                <a:cs typeface="Lato"/>
                <a:sym typeface="Lato"/>
              </a:defRPr>
            </a:lvl2pPr>
            <a:lvl3pPr lvl="2" rtl="0">
              <a:spcBef>
                <a:spcPts val="0"/>
              </a:spcBef>
              <a:spcAft>
                <a:spcPts val="0"/>
              </a:spcAft>
              <a:buNone/>
              <a:defRPr b="1" sz="2000">
                <a:solidFill>
                  <a:srgbClr val="000000"/>
                </a:solidFill>
                <a:latin typeface="Lato"/>
                <a:ea typeface="Lato"/>
                <a:cs typeface="Lato"/>
                <a:sym typeface="Lato"/>
              </a:defRPr>
            </a:lvl3pPr>
            <a:lvl4pPr lvl="3" rtl="0">
              <a:spcBef>
                <a:spcPts val="0"/>
              </a:spcBef>
              <a:spcAft>
                <a:spcPts val="0"/>
              </a:spcAft>
              <a:buNone/>
              <a:defRPr b="1" sz="2000">
                <a:solidFill>
                  <a:srgbClr val="000000"/>
                </a:solidFill>
                <a:latin typeface="Lato"/>
                <a:ea typeface="Lato"/>
                <a:cs typeface="Lato"/>
                <a:sym typeface="Lato"/>
              </a:defRPr>
            </a:lvl4pPr>
            <a:lvl5pPr lvl="4" rtl="0">
              <a:spcBef>
                <a:spcPts val="0"/>
              </a:spcBef>
              <a:spcAft>
                <a:spcPts val="0"/>
              </a:spcAft>
              <a:buNone/>
              <a:defRPr b="1" sz="2000">
                <a:solidFill>
                  <a:srgbClr val="000000"/>
                </a:solidFill>
                <a:latin typeface="Lato"/>
                <a:ea typeface="Lato"/>
                <a:cs typeface="Lato"/>
                <a:sym typeface="Lato"/>
              </a:defRPr>
            </a:lvl5pPr>
            <a:lvl6pPr lvl="5" rtl="0">
              <a:spcBef>
                <a:spcPts val="0"/>
              </a:spcBef>
              <a:spcAft>
                <a:spcPts val="0"/>
              </a:spcAft>
              <a:buNone/>
              <a:defRPr b="1" sz="2000">
                <a:solidFill>
                  <a:srgbClr val="000000"/>
                </a:solidFill>
                <a:latin typeface="Lato"/>
                <a:ea typeface="Lato"/>
                <a:cs typeface="Lato"/>
                <a:sym typeface="Lato"/>
              </a:defRPr>
            </a:lvl6pPr>
            <a:lvl7pPr lvl="6" rtl="0">
              <a:spcBef>
                <a:spcPts val="0"/>
              </a:spcBef>
              <a:spcAft>
                <a:spcPts val="0"/>
              </a:spcAft>
              <a:buNone/>
              <a:defRPr b="1" sz="2000">
                <a:solidFill>
                  <a:srgbClr val="000000"/>
                </a:solidFill>
                <a:latin typeface="Lato"/>
                <a:ea typeface="Lato"/>
                <a:cs typeface="Lato"/>
                <a:sym typeface="Lato"/>
              </a:defRPr>
            </a:lvl7pPr>
            <a:lvl8pPr lvl="7" rtl="0">
              <a:spcBef>
                <a:spcPts val="0"/>
              </a:spcBef>
              <a:spcAft>
                <a:spcPts val="0"/>
              </a:spcAft>
              <a:buNone/>
              <a:defRPr b="1" sz="2000">
                <a:solidFill>
                  <a:srgbClr val="000000"/>
                </a:solidFill>
                <a:latin typeface="Lato"/>
                <a:ea typeface="Lato"/>
                <a:cs typeface="Lato"/>
                <a:sym typeface="Lato"/>
              </a:defRPr>
            </a:lvl8pPr>
            <a:lvl9pPr lvl="8" rtl="0">
              <a:spcBef>
                <a:spcPts val="0"/>
              </a:spcBef>
              <a:spcAft>
                <a:spcPts val="0"/>
              </a:spcAft>
              <a:buNone/>
              <a:defRPr b="1" sz="2000">
                <a:solidFill>
                  <a:srgbClr val="000000"/>
                </a:solidFill>
                <a:latin typeface="Lato"/>
                <a:ea typeface="Lato"/>
                <a:cs typeface="Lato"/>
                <a:sym typeface="Lato"/>
              </a:defRPr>
            </a:lvl9pPr>
          </a:lstStyle>
          <a:p/>
        </p:txBody>
      </p:sp>
      <p:sp>
        <p:nvSpPr>
          <p:cNvPr id="225" name="Google Shape;225;p19"/>
          <p:cNvSpPr txBox="1"/>
          <p:nvPr>
            <p:ph idx="6" type="title"/>
          </p:nvPr>
        </p:nvSpPr>
        <p:spPr>
          <a:xfrm flipH="1">
            <a:off x="1096125" y="2834562"/>
            <a:ext cx="2106900" cy="505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0" sz="1400">
                <a:latin typeface="Open Sans"/>
                <a:ea typeface="Open Sans"/>
                <a:cs typeface="Open Sans"/>
                <a:sym typeface="Open Sans"/>
              </a:defRPr>
            </a:lvl1pPr>
            <a:lvl2pPr lvl="1" rtl="0">
              <a:spcBef>
                <a:spcPts val="0"/>
              </a:spcBef>
              <a:spcAft>
                <a:spcPts val="0"/>
              </a:spcAft>
              <a:buNone/>
              <a:defRPr>
                <a:latin typeface="Open Sans Light"/>
                <a:ea typeface="Open Sans Light"/>
                <a:cs typeface="Open Sans Light"/>
                <a:sym typeface="Open Sans Light"/>
              </a:defRPr>
            </a:lvl2pPr>
            <a:lvl3pPr lvl="2" rtl="0">
              <a:spcBef>
                <a:spcPts val="0"/>
              </a:spcBef>
              <a:spcAft>
                <a:spcPts val="0"/>
              </a:spcAft>
              <a:buNone/>
              <a:defRPr>
                <a:latin typeface="Open Sans Light"/>
                <a:ea typeface="Open Sans Light"/>
                <a:cs typeface="Open Sans Light"/>
                <a:sym typeface="Open Sans Light"/>
              </a:defRPr>
            </a:lvl3pPr>
            <a:lvl4pPr lvl="3" rtl="0">
              <a:spcBef>
                <a:spcPts val="0"/>
              </a:spcBef>
              <a:spcAft>
                <a:spcPts val="0"/>
              </a:spcAft>
              <a:buNone/>
              <a:defRPr>
                <a:latin typeface="Open Sans Light"/>
                <a:ea typeface="Open Sans Light"/>
                <a:cs typeface="Open Sans Light"/>
                <a:sym typeface="Open Sans Light"/>
              </a:defRPr>
            </a:lvl4pPr>
            <a:lvl5pPr lvl="4" rtl="0">
              <a:spcBef>
                <a:spcPts val="0"/>
              </a:spcBef>
              <a:spcAft>
                <a:spcPts val="0"/>
              </a:spcAft>
              <a:buNone/>
              <a:defRPr>
                <a:latin typeface="Open Sans Light"/>
                <a:ea typeface="Open Sans Light"/>
                <a:cs typeface="Open Sans Light"/>
                <a:sym typeface="Open Sans Light"/>
              </a:defRPr>
            </a:lvl5pPr>
            <a:lvl6pPr lvl="5" rtl="0">
              <a:spcBef>
                <a:spcPts val="0"/>
              </a:spcBef>
              <a:spcAft>
                <a:spcPts val="0"/>
              </a:spcAft>
              <a:buNone/>
              <a:defRPr>
                <a:latin typeface="Open Sans Light"/>
                <a:ea typeface="Open Sans Light"/>
                <a:cs typeface="Open Sans Light"/>
                <a:sym typeface="Open Sans Light"/>
              </a:defRPr>
            </a:lvl6pPr>
            <a:lvl7pPr lvl="6" rtl="0">
              <a:spcBef>
                <a:spcPts val="0"/>
              </a:spcBef>
              <a:spcAft>
                <a:spcPts val="0"/>
              </a:spcAft>
              <a:buNone/>
              <a:defRPr>
                <a:latin typeface="Open Sans Light"/>
                <a:ea typeface="Open Sans Light"/>
                <a:cs typeface="Open Sans Light"/>
                <a:sym typeface="Open Sans Light"/>
              </a:defRPr>
            </a:lvl7pPr>
            <a:lvl8pPr lvl="7" rtl="0">
              <a:spcBef>
                <a:spcPts val="0"/>
              </a:spcBef>
              <a:spcAft>
                <a:spcPts val="0"/>
              </a:spcAft>
              <a:buNone/>
              <a:defRPr>
                <a:latin typeface="Open Sans Light"/>
                <a:ea typeface="Open Sans Light"/>
                <a:cs typeface="Open Sans Light"/>
                <a:sym typeface="Open Sans Light"/>
              </a:defRPr>
            </a:lvl8pPr>
            <a:lvl9pPr lvl="8" rtl="0">
              <a:spcBef>
                <a:spcPts val="0"/>
              </a:spcBef>
              <a:spcAft>
                <a:spcPts val="0"/>
              </a:spcAft>
              <a:buNone/>
              <a:defRPr>
                <a:latin typeface="Open Sans Light"/>
                <a:ea typeface="Open Sans Light"/>
                <a:cs typeface="Open Sans Light"/>
                <a:sym typeface="Open Sans Light"/>
              </a:defRPr>
            </a:lvl9pPr>
          </a:lstStyle>
          <a:p/>
        </p:txBody>
      </p:sp>
      <p:sp>
        <p:nvSpPr>
          <p:cNvPr id="226" name="Google Shape;226;p19"/>
          <p:cNvSpPr/>
          <p:nvPr/>
        </p:nvSpPr>
        <p:spPr>
          <a:xfrm>
            <a:off x="2247099" y="3467801"/>
            <a:ext cx="7462525" cy="1760225"/>
          </a:xfrm>
          <a:custGeom>
            <a:rect b="b" l="l" r="r" t="t"/>
            <a:pathLst>
              <a:path extrusionOk="0" h="70409" w="298501">
                <a:moveTo>
                  <a:pt x="294545" y="2687"/>
                </a:moveTo>
                <a:cubicBezTo>
                  <a:pt x="286862" y="4360"/>
                  <a:pt x="267050" y="14527"/>
                  <a:pt x="249206" y="16419"/>
                </a:cubicBezTo>
                <a:cubicBezTo>
                  <a:pt x="231363" y="18312"/>
                  <a:pt x="205899" y="13778"/>
                  <a:pt x="187484" y="14042"/>
                </a:cubicBezTo>
                <a:cubicBezTo>
                  <a:pt x="169069" y="14306"/>
                  <a:pt x="155798" y="13470"/>
                  <a:pt x="138716" y="18003"/>
                </a:cubicBezTo>
                <a:cubicBezTo>
                  <a:pt x="121635" y="22536"/>
                  <a:pt x="99410" y="37452"/>
                  <a:pt x="84995" y="41241"/>
                </a:cubicBezTo>
                <a:cubicBezTo>
                  <a:pt x="70581" y="45030"/>
                  <a:pt x="61754" y="40061"/>
                  <a:pt x="52229" y="40739"/>
                </a:cubicBezTo>
                <a:cubicBezTo>
                  <a:pt x="42704" y="41417"/>
                  <a:pt x="35402" y="41530"/>
                  <a:pt x="27845" y="45311"/>
                </a:cubicBezTo>
                <a:cubicBezTo>
                  <a:pt x="20289" y="49092"/>
                  <a:pt x="10510" y="59550"/>
                  <a:pt x="6890" y="63423"/>
                </a:cubicBezTo>
                <a:cubicBezTo>
                  <a:pt x="3271" y="67297"/>
                  <a:pt x="-6191" y="67936"/>
                  <a:pt x="6128" y="68552"/>
                </a:cubicBezTo>
                <a:cubicBezTo>
                  <a:pt x="18447" y="69168"/>
                  <a:pt x="46959" y="67139"/>
                  <a:pt x="80804" y="67120"/>
                </a:cubicBezTo>
                <a:cubicBezTo>
                  <a:pt x="114650" y="67102"/>
                  <a:pt x="176054" y="68265"/>
                  <a:pt x="209201" y="68441"/>
                </a:cubicBezTo>
                <a:cubicBezTo>
                  <a:pt x="242348" y="68617"/>
                  <a:pt x="266732" y="68749"/>
                  <a:pt x="279686" y="68177"/>
                </a:cubicBezTo>
                <a:cubicBezTo>
                  <a:pt x="292640" y="67605"/>
                  <a:pt x="284322" y="75307"/>
                  <a:pt x="286925" y="65008"/>
                </a:cubicBezTo>
                <a:cubicBezTo>
                  <a:pt x="289529" y="54709"/>
                  <a:pt x="294037" y="16771"/>
                  <a:pt x="295307" y="6384"/>
                </a:cubicBezTo>
                <a:cubicBezTo>
                  <a:pt x="296577" y="-4003"/>
                  <a:pt x="302229" y="1015"/>
                  <a:pt x="294545" y="2687"/>
                </a:cubicBezTo>
                <a:close/>
              </a:path>
            </a:pathLst>
          </a:custGeom>
          <a:solidFill>
            <a:schemeClr val="lt2"/>
          </a:solidFill>
          <a:ln>
            <a:noFill/>
          </a:ln>
        </p:spPr>
      </p:sp>
      <p:sp>
        <p:nvSpPr>
          <p:cNvPr id="227" name="Google Shape;227;p19"/>
          <p:cNvSpPr/>
          <p:nvPr/>
        </p:nvSpPr>
        <p:spPr>
          <a:xfrm>
            <a:off x="6182600" y="-819150"/>
            <a:ext cx="5487975" cy="375291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rgbClr val="74A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p:nvPr/>
        </p:nvSpPr>
        <p:spPr>
          <a:xfrm flipH="1">
            <a:off x="-1505191" y="3979675"/>
            <a:ext cx="2695693" cy="119494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
          <p:cNvSpPr/>
          <p:nvPr/>
        </p:nvSpPr>
        <p:spPr>
          <a:xfrm>
            <a:off x="3693513" y="2381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a:off x="3785025" y="484885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p:nvPr/>
        </p:nvSpPr>
        <p:spPr>
          <a:xfrm>
            <a:off x="8677588" y="7257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a:off x="287100" y="35596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9"/>
          <p:cNvSpPr/>
          <p:nvPr/>
        </p:nvSpPr>
        <p:spPr>
          <a:xfrm>
            <a:off x="3112275" y="27019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a:off x="439500" y="10001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
          <p:cNvSpPr txBox="1"/>
          <p:nvPr>
            <p:ph idx="7" type="title"/>
          </p:nvPr>
        </p:nvSpPr>
        <p:spPr>
          <a:xfrm>
            <a:off x="723775" y="542925"/>
            <a:ext cx="7705800" cy="4572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2800">
                <a:latin typeface="Lato"/>
                <a:ea typeface="Lato"/>
                <a:cs typeface="Lato"/>
                <a:sym typeface="Lato"/>
              </a:defRPr>
            </a:lvl1pPr>
            <a:lvl2pPr lvl="1" rtl="0">
              <a:spcBef>
                <a:spcPts val="0"/>
              </a:spcBef>
              <a:spcAft>
                <a:spcPts val="0"/>
              </a:spcAft>
              <a:buNone/>
              <a:defRPr b="1" sz="2800">
                <a:latin typeface="Lato"/>
                <a:ea typeface="Lato"/>
                <a:cs typeface="Lato"/>
                <a:sym typeface="Lato"/>
              </a:defRPr>
            </a:lvl2pPr>
            <a:lvl3pPr lvl="2" rtl="0">
              <a:spcBef>
                <a:spcPts val="0"/>
              </a:spcBef>
              <a:spcAft>
                <a:spcPts val="0"/>
              </a:spcAft>
              <a:buNone/>
              <a:defRPr b="1" sz="2800">
                <a:latin typeface="Lato"/>
                <a:ea typeface="Lato"/>
                <a:cs typeface="Lato"/>
                <a:sym typeface="Lato"/>
              </a:defRPr>
            </a:lvl3pPr>
            <a:lvl4pPr lvl="3" rtl="0">
              <a:spcBef>
                <a:spcPts val="0"/>
              </a:spcBef>
              <a:spcAft>
                <a:spcPts val="0"/>
              </a:spcAft>
              <a:buNone/>
              <a:defRPr b="1" sz="2800">
                <a:latin typeface="Lato"/>
                <a:ea typeface="Lato"/>
                <a:cs typeface="Lato"/>
                <a:sym typeface="Lato"/>
              </a:defRPr>
            </a:lvl4pPr>
            <a:lvl5pPr lvl="4" rtl="0">
              <a:spcBef>
                <a:spcPts val="0"/>
              </a:spcBef>
              <a:spcAft>
                <a:spcPts val="0"/>
              </a:spcAft>
              <a:buNone/>
              <a:defRPr b="1" sz="2800">
                <a:latin typeface="Lato"/>
                <a:ea typeface="Lato"/>
                <a:cs typeface="Lato"/>
                <a:sym typeface="Lato"/>
              </a:defRPr>
            </a:lvl5pPr>
            <a:lvl6pPr lvl="5" rtl="0">
              <a:spcBef>
                <a:spcPts val="0"/>
              </a:spcBef>
              <a:spcAft>
                <a:spcPts val="0"/>
              </a:spcAft>
              <a:buNone/>
              <a:defRPr b="1" sz="2800">
                <a:latin typeface="Lato"/>
                <a:ea typeface="Lato"/>
                <a:cs typeface="Lato"/>
                <a:sym typeface="Lato"/>
              </a:defRPr>
            </a:lvl6pPr>
            <a:lvl7pPr lvl="6" rtl="0">
              <a:spcBef>
                <a:spcPts val="0"/>
              </a:spcBef>
              <a:spcAft>
                <a:spcPts val="0"/>
              </a:spcAft>
              <a:buNone/>
              <a:defRPr b="1" sz="2800">
                <a:latin typeface="Lato"/>
                <a:ea typeface="Lato"/>
                <a:cs typeface="Lato"/>
                <a:sym typeface="Lato"/>
              </a:defRPr>
            </a:lvl7pPr>
            <a:lvl8pPr lvl="7" rtl="0">
              <a:spcBef>
                <a:spcPts val="0"/>
              </a:spcBef>
              <a:spcAft>
                <a:spcPts val="0"/>
              </a:spcAft>
              <a:buNone/>
              <a:defRPr b="1" sz="2800">
                <a:latin typeface="Lato"/>
                <a:ea typeface="Lato"/>
                <a:cs typeface="Lato"/>
                <a:sym typeface="Lato"/>
              </a:defRPr>
            </a:lvl8pPr>
            <a:lvl9pPr lvl="8" rtl="0">
              <a:spcBef>
                <a:spcPts val="0"/>
              </a:spcBef>
              <a:spcAft>
                <a:spcPts val="0"/>
              </a:spcAft>
              <a:buNone/>
              <a:defRPr b="1" sz="2800">
                <a:latin typeface="Lato"/>
                <a:ea typeface="Lato"/>
                <a:cs typeface="Lato"/>
                <a:sym typeface="Lat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02">
  <p:cSld name="TITLE_ONLY_1">
    <p:bg>
      <p:bgPr>
        <a:solidFill>
          <a:schemeClr val="lt1"/>
        </a:solidFill>
      </p:bgPr>
    </p:bg>
    <p:spTree>
      <p:nvGrpSpPr>
        <p:cNvPr id="236" name="Shape 236"/>
        <p:cNvGrpSpPr/>
        <p:nvPr/>
      </p:nvGrpSpPr>
      <p:grpSpPr>
        <a:xfrm>
          <a:off x="0" y="0"/>
          <a:ext cx="0" cy="0"/>
          <a:chOff x="0" y="0"/>
          <a:chExt cx="0" cy="0"/>
        </a:xfrm>
      </p:grpSpPr>
      <p:sp>
        <p:nvSpPr>
          <p:cNvPr id="237" name="Google Shape;237;p20"/>
          <p:cNvSpPr/>
          <p:nvPr/>
        </p:nvSpPr>
        <p:spPr>
          <a:xfrm>
            <a:off x="8027200" y="2989375"/>
            <a:ext cx="2698437" cy="1845630"/>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
          <p:cNvSpPr/>
          <p:nvPr/>
        </p:nvSpPr>
        <p:spPr>
          <a:xfrm>
            <a:off x="6291000" y="39048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
          <p:cNvSpPr/>
          <p:nvPr/>
        </p:nvSpPr>
        <p:spPr>
          <a:xfrm flipH="1" rot="8854439">
            <a:off x="221828" y="-1328205"/>
            <a:ext cx="4270960" cy="2334337"/>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0"/>
          <p:cNvSpPr txBox="1"/>
          <p:nvPr>
            <p:ph type="title"/>
          </p:nvPr>
        </p:nvSpPr>
        <p:spPr>
          <a:xfrm>
            <a:off x="715800" y="542925"/>
            <a:ext cx="77124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300"/>
              <a:buNone/>
              <a:defRPr b="1" sz="2800">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1" name="Google Shape;241;p20"/>
          <p:cNvSpPr/>
          <p:nvPr/>
        </p:nvSpPr>
        <p:spPr>
          <a:xfrm>
            <a:off x="5331813" y="2952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0"/>
          <p:cNvSpPr/>
          <p:nvPr/>
        </p:nvSpPr>
        <p:spPr>
          <a:xfrm>
            <a:off x="1543900" y="489960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0"/>
          <p:cNvSpPr/>
          <p:nvPr/>
        </p:nvSpPr>
        <p:spPr>
          <a:xfrm>
            <a:off x="8658538" y="1480463"/>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0"/>
          <p:cNvSpPr/>
          <p:nvPr/>
        </p:nvSpPr>
        <p:spPr>
          <a:xfrm>
            <a:off x="287100" y="35596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0"/>
          <p:cNvSpPr/>
          <p:nvPr/>
        </p:nvSpPr>
        <p:spPr>
          <a:xfrm>
            <a:off x="8098575" y="480810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0"/>
          <p:cNvSpPr/>
          <p:nvPr/>
        </p:nvSpPr>
        <p:spPr>
          <a:xfrm>
            <a:off x="2409550" y="1466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MAIN_POINT_1_1">
    <p:spTree>
      <p:nvGrpSpPr>
        <p:cNvPr id="247" name="Shape 247"/>
        <p:cNvGrpSpPr/>
        <p:nvPr/>
      </p:nvGrpSpPr>
      <p:grpSpPr>
        <a:xfrm>
          <a:off x="0" y="0"/>
          <a:ext cx="0" cy="0"/>
          <a:chOff x="0" y="0"/>
          <a:chExt cx="0" cy="0"/>
        </a:xfrm>
      </p:grpSpPr>
      <p:sp>
        <p:nvSpPr>
          <p:cNvPr id="248" name="Google Shape;248;p21"/>
          <p:cNvSpPr/>
          <p:nvPr/>
        </p:nvSpPr>
        <p:spPr>
          <a:xfrm flipH="1" rot="10800000">
            <a:off x="6748" y="-818725"/>
            <a:ext cx="8641604" cy="1760225"/>
          </a:xfrm>
          <a:custGeom>
            <a:rect b="b" l="l" r="r" t="t"/>
            <a:pathLst>
              <a:path extrusionOk="0" h="70409" w="298501">
                <a:moveTo>
                  <a:pt x="294545" y="2687"/>
                </a:moveTo>
                <a:cubicBezTo>
                  <a:pt x="286862" y="4360"/>
                  <a:pt x="267050" y="14527"/>
                  <a:pt x="249206" y="16419"/>
                </a:cubicBezTo>
                <a:cubicBezTo>
                  <a:pt x="231363" y="18312"/>
                  <a:pt x="205899" y="13778"/>
                  <a:pt x="187484" y="14042"/>
                </a:cubicBezTo>
                <a:cubicBezTo>
                  <a:pt x="169069" y="14306"/>
                  <a:pt x="155798" y="13470"/>
                  <a:pt x="138716" y="18003"/>
                </a:cubicBezTo>
                <a:cubicBezTo>
                  <a:pt x="121635" y="22536"/>
                  <a:pt x="99410" y="37452"/>
                  <a:pt x="84995" y="41241"/>
                </a:cubicBezTo>
                <a:cubicBezTo>
                  <a:pt x="70581" y="45030"/>
                  <a:pt x="61754" y="40061"/>
                  <a:pt x="52229" y="40739"/>
                </a:cubicBezTo>
                <a:cubicBezTo>
                  <a:pt x="42704" y="41417"/>
                  <a:pt x="35402" y="41530"/>
                  <a:pt x="27845" y="45311"/>
                </a:cubicBezTo>
                <a:cubicBezTo>
                  <a:pt x="20289" y="49092"/>
                  <a:pt x="10510" y="59550"/>
                  <a:pt x="6890" y="63423"/>
                </a:cubicBezTo>
                <a:cubicBezTo>
                  <a:pt x="3271" y="67297"/>
                  <a:pt x="-6191" y="67936"/>
                  <a:pt x="6128" y="68552"/>
                </a:cubicBezTo>
                <a:cubicBezTo>
                  <a:pt x="18447" y="69168"/>
                  <a:pt x="46959" y="67139"/>
                  <a:pt x="80804" y="67120"/>
                </a:cubicBezTo>
                <a:cubicBezTo>
                  <a:pt x="114650" y="67102"/>
                  <a:pt x="176054" y="68265"/>
                  <a:pt x="209201" y="68441"/>
                </a:cubicBezTo>
                <a:cubicBezTo>
                  <a:pt x="242348" y="68617"/>
                  <a:pt x="266732" y="68749"/>
                  <a:pt x="279686" y="68177"/>
                </a:cubicBezTo>
                <a:cubicBezTo>
                  <a:pt x="292640" y="67605"/>
                  <a:pt x="284322" y="75307"/>
                  <a:pt x="286925" y="65008"/>
                </a:cubicBezTo>
                <a:cubicBezTo>
                  <a:pt x="289529" y="54709"/>
                  <a:pt x="294037" y="16771"/>
                  <a:pt x="295307" y="6384"/>
                </a:cubicBezTo>
                <a:cubicBezTo>
                  <a:pt x="296577" y="-4003"/>
                  <a:pt x="302229" y="1015"/>
                  <a:pt x="294545" y="2687"/>
                </a:cubicBezTo>
                <a:close/>
              </a:path>
            </a:pathLst>
          </a:custGeom>
          <a:solidFill>
            <a:schemeClr val="lt2"/>
          </a:solidFill>
          <a:ln>
            <a:noFill/>
          </a:ln>
        </p:spPr>
      </p:sp>
      <p:sp>
        <p:nvSpPr>
          <p:cNvPr id="249" name="Google Shape;249;p21"/>
          <p:cNvSpPr/>
          <p:nvPr/>
        </p:nvSpPr>
        <p:spPr>
          <a:xfrm flipH="1" rot="10800000">
            <a:off x="6755763" y="-33837"/>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1"/>
          <p:cNvSpPr/>
          <p:nvPr/>
        </p:nvSpPr>
        <p:spPr>
          <a:xfrm flipH="1">
            <a:off x="-721650" y="3094625"/>
            <a:ext cx="2928383" cy="200304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1"/>
          <p:cNvSpPr/>
          <p:nvPr/>
        </p:nvSpPr>
        <p:spPr>
          <a:xfrm flipH="1">
            <a:off x="-149085" y="3688064"/>
            <a:ext cx="4240009" cy="275948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1"/>
          <p:cNvSpPr txBox="1"/>
          <p:nvPr>
            <p:ph type="title"/>
          </p:nvPr>
        </p:nvSpPr>
        <p:spPr>
          <a:xfrm>
            <a:off x="714375" y="1181100"/>
            <a:ext cx="4932300" cy="1981500"/>
          </a:xfrm>
          <a:prstGeom prst="rect">
            <a:avLst/>
          </a:prstGeom>
        </p:spPr>
        <p:txBody>
          <a:bodyPr anchorCtr="0" anchor="ctr" bIns="91425" lIns="91425" spcFirstLastPara="1" rIns="91425" wrap="square" tIns="91425">
            <a:noAutofit/>
          </a:bodyPr>
          <a:lstStyle>
            <a:lvl1pPr lvl="0" rtl="0">
              <a:lnSpc>
                <a:spcPct val="90000"/>
              </a:lnSpc>
              <a:spcBef>
                <a:spcPts val="0"/>
              </a:spcBef>
              <a:spcAft>
                <a:spcPts val="0"/>
              </a:spcAft>
              <a:buSzPts val="4000"/>
              <a:buNone/>
              <a:defRPr b="1" sz="7000">
                <a:latin typeface="Lato"/>
                <a:ea typeface="Lato"/>
                <a:cs typeface="Lato"/>
                <a:sym typeface="La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53" name="Google Shape;253;p21"/>
          <p:cNvSpPr/>
          <p:nvPr/>
        </p:nvSpPr>
        <p:spPr>
          <a:xfrm>
            <a:off x="5408013" y="9239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1543900" y="489960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1"/>
          <p:cNvSpPr/>
          <p:nvPr/>
        </p:nvSpPr>
        <p:spPr>
          <a:xfrm>
            <a:off x="8658538" y="1480463"/>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1"/>
          <p:cNvSpPr/>
          <p:nvPr/>
        </p:nvSpPr>
        <p:spPr>
          <a:xfrm>
            <a:off x="287100" y="35596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
          <p:cNvSpPr/>
          <p:nvPr/>
        </p:nvSpPr>
        <p:spPr>
          <a:xfrm>
            <a:off x="5526825" y="393180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p:nvPr/>
        </p:nvSpPr>
        <p:spPr>
          <a:xfrm>
            <a:off x="2295250" y="156150"/>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numbers">
  <p:cSld name="CUSTOM_7">
    <p:spTree>
      <p:nvGrpSpPr>
        <p:cNvPr id="259" name="Shape 259"/>
        <p:cNvGrpSpPr/>
        <p:nvPr/>
      </p:nvGrpSpPr>
      <p:grpSpPr>
        <a:xfrm>
          <a:off x="0" y="0"/>
          <a:ext cx="0" cy="0"/>
          <a:chOff x="0" y="0"/>
          <a:chExt cx="0" cy="0"/>
        </a:xfrm>
      </p:grpSpPr>
      <p:sp>
        <p:nvSpPr>
          <p:cNvPr id="260" name="Google Shape;260;p22"/>
          <p:cNvSpPr/>
          <p:nvPr/>
        </p:nvSpPr>
        <p:spPr>
          <a:xfrm rot="10800000">
            <a:off x="-1331096" y="-496051"/>
            <a:ext cx="4474346" cy="331545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2"/>
          <p:cNvSpPr/>
          <p:nvPr/>
        </p:nvSpPr>
        <p:spPr>
          <a:xfrm rot="10800000">
            <a:off x="-1230164"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2"/>
          <p:cNvSpPr/>
          <p:nvPr/>
        </p:nvSpPr>
        <p:spPr>
          <a:xfrm>
            <a:off x="8330654" y="1932575"/>
            <a:ext cx="2928383" cy="200304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2"/>
          <p:cNvSpPr/>
          <p:nvPr/>
        </p:nvSpPr>
        <p:spPr>
          <a:xfrm>
            <a:off x="6446463" y="2926064"/>
            <a:ext cx="4240009" cy="275948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txBox="1"/>
          <p:nvPr>
            <p:ph hasCustomPrompt="1" type="title"/>
          </p:nvPr>
        </p:nvSpPr>
        <p:spPr>
          <a:xfrm>
            <a:off x="2314613" y="1488725"/>
            <a:ext cx="1821000" cy="601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Font typeface="Lato"/>
              <a:buNone/>
              <a:defRPr b="1" sz="4000">
                <a:solidFill>
                  <a:schemeClr val="dk2"/>
                </a:solidFill>
                <a:latin typeface="Lato"/>
                <a:ea typeface="Lato"/>
                <a:cs typeface="Lato"/>
                <a:sym typeface="Lato"/>
              </a:defRPr>
            </a:lvl1pPr>
            <a:lvl2pPr lvl="1" rtl="0" algn="ctr">
              <a:spcBef>
                <a:spcPts val="0"/>
              </a:spcBef>
              <a:spcAft>
                <a:spcPts val="0"/>
              </a:spcAft>
              <a:buSzPts val="4000"/>
              <a:buFont typeface="Lato"/>
              <a:buNone/>
              <a:defRPr sz="4000">
                <a:latin typeface="Lato"/>
                <a:ea typeface="Lato"/>
                <a:cs typeface="Lato"/>
                <a:sym typeface="Lato"/>
              </a:defRPr>
            </a:lvl2pPr>
            <a:lvl3pPr lvl="2" rtl="0" algn="ctr">
              <a:spcBef>
                <a:spcPts val="0"/>
              </a:spcBef>
              <a:spcAft>
                <a:spcPts val="0"/>
              </a:spcAft>
              <a:buSzPts val="4000"/>
              <a:buFont typeface="Lato"/>
              <a:buNone/>
              <a:defRPr sz="4000">
                <a:latin typeface="Lato"/>
                <a:ea typeface="Lato"/>
                <a:cs typeface="Lato"/>
                <a:sym typeface="Lato"/>
              </a:defRPr>
            </a:lvl3pPr>
            <a:lvl4pPr lvl="3" rtl="0" algn="ctr">
              <a:spcBef>
                <a:spcPts val="0"/>
              </a:spcBef>
              <a:spcAft>
                <a:spcPts val="0"/>
              </a:spcAft>
              <a:buSzPts val="4000"/>
              <a:buFont typeface="Lato"/>
              <a:buNone/>
              <a:defRPr sz="4000">
                <a:latin typeface="Lato"/>
                <a:ea typeface="Lato"/>
                <a:cs typeface="Lato"/>
                <a:sym typeface="Lato"/>
              </a:defRPr>
            </a:lvl4pPr>
            <a:lvl5pPr lvl="4" rtl="0" algn="ctr">
              <a:spcBef>
                <a:spcPts val="0"/>
              </a:spcBef>
              <a:spcAft>
                <a:spcPts val="0"/>
              </a:spcAft>
              <a:buSzPts val="4000"/>
              <a:buFont typeface="Lato"/>
              <a:buNone/>
              <a:defRPr sz="4000">
                <a:latin typeface="Lato"/>
                <a:ea typeface="Lato"/>
                <a:cs typeface="Lato"/>
                <a:sym typeface="Lato"/>
              </a:defRPr>
            </a:lvl5pPr>
            <a:lvl6pPr lvl="5" rtl="0" algn="ctr">
              <a:spcBef>
                <a:spcPts val="0"/>
              </a:spcBef>
              <a:spcAft>
                <a:spcPts val="0"/>
              </a:spcAft>
              <a:buSzPts val="4000"/>
              <a:buFont typeface="Lato"/>
              <a:buNone/>
              <a:defRPr sz="4000">
                <a:latin typeface="Lato"/>
                <a:ea typeface="Lato"/>
                <a:cs typeface="Lato"/>
                <a:sym typeface="Lato"/>
              </a:defRPr>
            </a:lvl6pPr>
            <a:lvl7pPr lvl="6" rtl="0" algn="ctr">
              <a:spcBef>
                <a:spcPts val="0"/>
              </a:spcBef>
              <a:spcAft>
                <a:spcPts val="0"/>
              </a:spcAft>
              <a:buSzPts val="4000"/>
              <a:buFont typeface="Lato"/>
              <a:buNone/>
              <a:defRPr sz="4000">
                <a:latin typeface="Lato"/>
                <a:ea typeface="Lato"/>
                <a:cs typeface="Lato"/>
                <a:sym typeface="Lato"/>
              </a:defRPr>
            </a:lvl7pPr>
            <a:lvl8pPr lvl="7" rtl="0" algn="ctr">
              <a:spcBef>
                <a:spcPts val="0"/>
              </a:spcBef>
              <a:spcAft>
                <a:spcPts val="0"/>
              </a:spcAft>
              <a:buSzPts val="4000"/>
              <a:buFont typeface="Lato"/>
              <a:buNone/>
              <a:defRPr sz="4000">
                <a:latin typeface="Lato"/>
                <a:ea typeface="Lato"/>
                <a:cs typeface="Lato"/>
                <a:sym typeface="Lato"/>
              </a:defRPr>
            </a:lvl8pPr>
            <a:lvl9pPr lvl="8" rtl="0" algn="ctr">
              <a:spcBef>
                <a:spcPts val="0"/>
              </a:spcBef>
              <a:spcAft>
                <a:spcPts val="0"/>
              </a:spcAft>
              <a:buSzPts val="4000"/>
              <a:buFont typeface="Lato"/>
              <a:buNone/>
              <a:defRPr sz="4000">
                <a:latin typeface="Lato"/>
                <a:ea typeface="Lato"/>
                <a:cs typeface="Lato"/>
                <a:sym typeface="Lato"/>
              </a:defRPr>
            </a:lvl9pPr>
          </a:lstStyle>
          <a:p>
            <a:r>
              <a:t>xx%</a:t>
            </a:r>
          </a:p>
        </p:txBody>
      </p:sp>
      <p:sp>
        <p:nvSpPr>
          <p:cNvPr id="265" name="Google Shape;265;p22"/>
          <p:cNvSpPr txBox="1"/>
          <p:nvPr>
            <p:ph idx="1" type="subTitle"/>
          </p:nvPr>
        </p:nvSpPr>
        <p:spPr>
          <a:xfrm>
            <a:off x="4260488" y="1538075"/>
            <a:ext cx="2568900" cy="502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1pPr>
            <a:lvl2pPr lvl="1"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2pPr>
            <a:lvl3pPr lvl="2"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3pPr>
            <a:lvl4pPr lvl="3"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4pPr>
            <a:lvl5pPr lvl="4"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5pPr>
            <a:lvl6pPr lvl="5"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6pPr>
            <a:lvl7pPr lvl="6"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7pPr>
            <a:lvl8pPr lvl="7"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8pPr>
            <a:lvl9pPr lvl="8"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9pPr>
          </a:lstStyle>
          <a:p/>
        </p:txBody>
      </p:sp>
      <p:sp>
        <p:nvSpPr>
          <p:cNvPr id="266" name="Google Shape;266;p22"/>
          <p:cNvSpPr txBox="1"/>
          <p:nvPr>
            <p:ph hasCustomPrompt="1" idx="2" type="title"/>
          </p:nvPr>
        </p:nvSpPr>
        <p:spPr>
          <a:xfrm>
            <a:off x="2314688" y="2604375"/>
            <a:ext cx="1821000" cy="601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Font typeface="Lato"/>
              <a:buNone/>
              <a:defRPr b="1" sz="4000">
                <a:solidFill>
                  <a:schemeClr val="dk2"/>
                </a:solidFill>
                <a:latin typeface="Lato"/>
                <a:ea typeface="Lato"/>
                <a:cs typeface="Lato"/>
                <a:sym typeface="Lato"/>
              </a:defRPr>
            </a:lvl1pPr>
            <a:lvl2pPr lvl="1" rtl="0" algn="ctr">
              <a:spcBef>
                <a:spcPts val="0"/>
              </a:spcBef>
              <a:spcAft>
                <a:spcPts val="0"/>
              </a:spcAft>
              <a:buSzPts val="4000"/>
              <a:buFont typeface="Lato"/>
              <a:buNone/>
              <a:defRPr sz="4000">
                <a:latin typeface="Lato"/>
                <a:ea typeface="Lato"/>
                <a:cs typeface="Lato"/>
                <a:sym typeface="Lato"/>
              </a:defRPr>
            </a:lvl2pPr>
            <a:lvl3pPr lvl="2" rtl="0" algn="ctr">
              <a:spcBef>
                <a:spcPts val="0"/>
              </a:spcBef>
              <a:spcAft>
                <a:spcPts val="0"/>
              </a:spcAft>
              <a:buSzPts val="4000"/>
              <a:buFont typeface="Lato"/>
              <a:buNone/>
              <a:defRPr sz="4000">
                <a:latin typeface="Lato"/>
                <a:ea typeface="Lato"/>
                <a:cs typeface="Lato"/>
                <a:sym typeface="Lato"/>
              </a:defRPr>
            </a:lvl3pPr>
            <a:lvl4pPr lvl="3" rtl="0" algn="ctr">
              <a:spcBef>
                <a:spcPts val="0"/>
              </a:spcBef>
              <a:spcAft>
                <a:spcPts val="0"/>
              </a:spcAft>
              <a:buSzPts val="4000"/>
              <a:buFont typeface="Lato"/>
              <a:buNone/>
              <a:defRPr sz="4000">
                <a:latin typeface="Lato"/>
                <a:ea typeface="Lato"/>
                <a:cs typeface="Lato"/>
                <a:sym typeface="Lato"/>
              </a:defRPr>
            </a:lvl4pPr>
            <a:lvl5pPr lvl="4" rtl="0" algn="ctr">
              <a:spcBef>
                <a:spcPts val="0"/>
              </a:spcBef>
              <a:spcAft>
                <a:spcPts val="0"/>
              </a:spcAft>
              <a:buSzPts val="4000"/>
              <a:buFont typeface="Lato"/>
              <a:buNone/>
              <a:defRPr sz="4000">
                <a:latin typeface="Lato"/>
                <a:ea typeface="Lato"/>
                <a:cs typeface="Lato"/>
                <a:sym typeface="Lato"/>
              </a:defRPr>
            </a:lvl5pPr>
            <a:lvl6pPr lvl="5" rtl="0" algn="ctr">
              <a:spcBef>
                <a:spcPts val="0"/>
              </a:spcBef>
              <a:spcAft>
                <a:spcPts val="0"/>
              </a:spcAft>
              <a:buSzPts val="4000"/>
              <a:buFont typeface="Lato"/>
              <a:buNone/>
              <a:defRPr sz="4000">
                <a:latin typeface="Lato"/>
                <a:ea typeface="Lato"/>
                <a:cs typeface="Lato"/>
                <a:sym typeface="Lato"/>
              </a:defRPr>
            </a:lvl6pPr>
            <a:lvl7pPr lvl="6" rtl="0" algn="ctr">
              <a:spcBef>
                <a:spcPts val="0"/>
              </a:spcBef>
              <a:spcAft>
                <a:spcPts val="0"/>
              </a:spcAft>
              <a:buSzPts val="4000"/>
              <a:buFont typeface="Lato"/>
              <a:buNone/>
              <a:defRPr sz="4000">
                <a:latin typeface="Lato"/>
                <a:ea typeface="Lato"/>
                <a:cs typeface="Lato"/>
                <a:sym typeface="Lato"/>
              </a:defRPr>
            </a:lvl7pPr>
            <a:lvl8pPr lvl="7" rtl="0" algn="ctr">
              <a:spcBef>
                <a:spcPts val="0"/>
              </a:spcBef>
              <a:spcAft>
                <a:spcPts val="0"/>
              </a:spcAft>
              <a:buSzPts val="4000"/>
              <a:buFont typeface="Lato"/>
              <a:buNone/>
              <a:defRPr sz="4000">
                <a:latin typeface="Lato"/>
                <a:ea typeface="Lato"/>
                <a:cs typeface="Lato"/>
                <a:sym typeface="Lato"/>
              </a:defRPr>
            </a:lvl8pPr>
            <a:lvl9pPr lvl="8" rtl="0" algn="ctr">
              <a:spcBef>
                <a:spcPts val="0"/>
              </a:spcBef>
              <a:spcAft>
                <a:spcPts val="0"/>
              </a:spcAft>
              <a:buSzPts val="4000"/>
              <a:buFont typeface="Lato"/>
              <a:buNone/>
              <a:defRPr sz="4000">
                <a:latin typeface="Lato"/>
                <a:ea typeface="Lato"/>
                <a:cs typeface="Lato"/>
                <a:sym typeface="Lato"/>
              </a:defRPr>
            </a:lvl9pPr>
          </a:lstStyle>
          <a:p>
            <a:r>
              <a:t>xx%</a:t>
            </a:r>
          </a:p>
        </p:txBody>
      </p:sp>
      <p:sp>
        <p:nvSpPr>
          <p:cNvPr id="267" name="Google Shape;267;p22"/>
          <p:cNvSpPr txBox="1"/>
          <p:nvPr>
            <p:ph idx="3" type="subTitle"/>
          </p:nvPr>
        </p:nvSpPr>
        <p:spPr>
          <a:xfrm>
            <a:off x="4260488" y="2653725"/>
            <a:ext cx="2568900" cy="502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1pPr>
            <a:lvl2pPr lvl="1"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2pPr>
            <a:lvl3pPr lvl="2"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3pPr>
            <a:lvl4pPr lvl="3"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4pPr>
            <a:lvl5pPr lvl="4"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5pPr>
            <a:lvl6pPr lvl="5"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6pPr>
            <a:lvl7pPr lvl="6"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7pPr>
            <a:lvl8pPr lvl="7"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8pPr>
            <a:lvl9pPr lvl="8"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9pPr>
          </a:lstStyle>
          <a:p/>
        </p:txBody>
      </p:sp>
      <p:sp>
        <p:nvSpPr>
          <p:cNvPr id="268" name="Google Shape;268;p22"/>
          <p:cNvSpPr txBox="1"/>
          <p:nvPr>
            <p:ph hasCustomPrompt="1" idx="4" type="title"/>
          </p:nvPr>
        </p:nvSpPr>
        <p:spPr>
          <a:xfrm>
            <a:off x="2314688" y="3720025"/>
            <a:ext cx="1821000" cy="601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Font typeface="Lato"/>
              <a:buNone/>
              <a:defRPr b="1" sz="4000">
                <a:solidFill>
                  <a:schemeClr val="dk2"/>
                </a:solidFill>
                <a:latin typeface="Lato"/>
                <a:ea typeface="Lato"/>
                <a:cs typeface="Lato"/>
                <a:sym typeface="Lato"/>
              </a:defRPr>
            </a:lvl1pPr>
            <a:lvl2pPr lvl="1" rtl="0" algn="ctr">
              <a:spcBef>
                <a:spcPts val="0"/>
              </a:spcBef>
              <a:spcAft>
                <a:spcPts val="0"/>
              </a:spcAft>
              <a:buSzPts val="4000"/>
              <a:buFont typeface="Lato"/>
              <a:buNone/>
              <a:defRPr sz="4000">
                <a:latin typeface="Lato"/>
                <a:ea typeface="Lato"/>
                <a:cs typeface="Lato"/>
                <a:sym typeface="Lato"/>
              </a:defRPr>
            </a:lvl2pPr>
            <a:lvl3pPr lvl="2" rtl="0" algn="ctr">
              <a:spcBef>
                <a:spcPts val="0"/>
              </a:spcBef>
              <a:spcAft>
                <a:spcPts val="0"/>
              </a:spcAft>
              <a:buSzPts val="4000"/>
              <a:buFont typeface="Lato"/>
              <a:buNone/>
              <a:defRPr sz="4000">
                <a:latin typeface="Lato"/>
                <a:ea typeface="Lato"/>
                <a:cs typeface="Lato"/>
                <a:sym typeface="Lato"/>
              </a:defRPr>
            </a:lvl3pPr>
            <a:lvl4pPr lvl="3" rtl="0" algn="ctr">
              <a:spcBef>
                <a:spcPts val="0"/>
              </a:spcBef>
              <a:spcAft>
                <a:spcPts val="0"/>
              </a:spcAft>
              <a:buSzPts val="4000"/>
              <a:buFont typeface="Lato"/>
              <a:buNone/>
              <a:defRPr sz="4000">
                <a:latin typeface="Lato"/>
                <a:ea typeface="Lato"/>
                <a:cs typeface="Lato"/>
                <a:sym typeface="Lato"/>
              </a:defRPr>
            </a:lvl4pPr>
            <a:lvl5pPr lvl="4" rtl="0" algn="ctr">
              <a:spcBef>
                <a:spcPts val="0"/>
              </a:spcBef>
              <a:spcAft>
                <a:spcPts val="0"/>
              </a:spcAft>
              <a:buSzPts val="4000"/>
              <a:buFont typeface="Lato"/>
              <a:buNone/>
              <a:defRPr sz="4000">
                <a:latin typeface="Lato"/>
                <a:ea typeface="Lato"/>
                <a:cs typeface="Lato"/>
                <a:sym typeface="Lato"/>
              </a:defRPr>
            </a:lvl5pPr>
            <a:lvl6pPr lvl="5" rtl="0" algn="ctr">
              <a:spcBef>
                <a:spcPts val="0"/>
              </a:spcBef>
              <a:spcAft>
                <a:spcPts val="0"/>
              </a:spcAft>
              <a:buSzPts val="4000"/>
              <a:buFont typeface="Lato"/>
              <a:buNone/>
              <a:defRPr sz="4000">
                <a:latin typeface="Lato"/>
                <a:ea typeface="Lato"/>
                <a:cs typeface="Lato"/>
                <a:sym typeface="Lato"/>
              </a:defRPr>
            </a:lvl6pPr>
            <a:lvl7pPr lvl="6" rtl="0" algn="ctr">
              <a:spcBef>
                <a:spcPts val="0"/>
              </a:spcBef>
              <a:spcAft>
                <a:spcPts val="0"/>
              </a:spcAft>
              <a:buSzPts val="4000"/>
              <a:buFont typeface="Lato"/>
              <a:buNone/>
              <a:defRPr sz="4000">
                <a:latin typeface="Lato"/>
                <a:ea typeface="Lato"/>
                <a:cs typeface="Lato"/>
                <a:sym typeface="Lato"/>
              </a:defRPr>
            </a:lvl7pPr>
            <a:lvl8pPr lvl="7" rtl="0" algn="ctr">
              <a:spcBef>
                <a:spcPts val="0"/>
              </a:spcBef>
              <a:spcAft>
                <a:spcPts val="0"/>
              </a:spcAft>
              <a:buSzPts val="4000"/>
              <a:buFont typeface="Lato"/>
              <a:buNone/>
              <a:defRPr sz="4000">
                <a:latin typeface="Lato"/>
                <a:ea typeface="Lato"/>
                <a:cs typeface="Lato"/>
                <a:sym typeface="Lato"/>
              </a:defRPr>
            </a:lvl8pPr>
            <a:lvl9pPr lvl="8" rtl="0" algn="ctr">
              <a:spcBef>
                <a:spcPts val="0"/>
              </a:spcBef>
              <a:spcAft>
                <a:spcPts val="0"/>
              </a:spcAft>
              <a:buSzPts val="4000"/>
              <a:buFont typeface="Lato"/>
              <a:buNone/>
              <a:defRPr sz="4000">
                <a:latin typeface="Lato"/>
                <a:ea typeface="Lato"/>
                <a:cs typeface="Lato"/>
                <a:sym typeface="Lato"/>
              </a:defRPr>
            </a:lvl9pPr>
          </a:lstStyle>
          <a:p>
            <a:r>
              <a:t>xx%</a:t>
            </a:r>
          </a:p>
        </p:txBody>
      </p:sp>
      <p:sp>
        <p:nvSpPr>
          <p:cNvPr id="269" name="Google Shape;269;p22"/>
          <p:cNvSpPr txBox="1"/>
          <p:nvPr>
            <p:ph idx="5" type="subTitle"/>
          </p:nvPr>
        </p:nvSpPr>
        <p:spPr>
          <a:xfrm>
            <a:off x="4260488" y="3769375"/>
            <a:ext cx="2568900" cy="502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1pPr>
            <a:lvl2pPr lvl="1"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2pPr>
            <a:lvl3pPr lvl="2"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3pPr>
            <a:lvl4pPr lvl="3"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4pPr>
            <a:lvl5pPr lvl="4"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5pPr>
            <a:lvl6pPr lvl="5"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6pPr>
            <a:lvl7pPr lvl="6"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7pPr>
            <a:lvl8pPr lvl="7"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8pPr>
            <a:lvl9pPr lvl="8" rtl="0">
              <a:lnSpc>
                <a:spcPct val="100000"/>
              </a:lnSpc>
              <a:spcBef>
                <a:spcPts val="0"/>
              </a:spcBef>
              <a:spcAft>
                <a:spcPts val="0"/>
              </a:spcAft>
              <a:buClr>
                <a:schemeClr val="dk1"/>
              </a:buClr>
              <a:buSzPts val="1400"/>
              <a:buFont typeface="Open Sans"/>
              <a:buNone/>
              <a:defRPr>
                <a:solidFill>
                  <a:schemeClr val="dk1"/>
                </a:solidFill>
                <a:latin typeface="Open Sans"/>
                <a:ea typeface="Open Sans"/>
                <a:cs typeface="Open Sans"/>
                <a:sym typeface="Open Sans"/>
              </a:defRPr>
            </a:lvl9pPr>
          </a:lstStyle>
          <a:p/>
        </p:txBody>
      </p:sp>
      <p:sp>
        <p:nvSpPr>
          <p:cNvPr id="270" name="Google Shape;270;p22"/>
          <p:cNvSpPr/>
          <p:nvPr/>
        </p:nvSpPr>
        <p:spPr>
          <a:xfrm>
            <a:off x="8227413" y="83820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
          <p:cNvSpPr/>
          <p:nvPr/>
        </p:nvSpPr>
        <p:spPr>
          <a:xfrm>
            <a:off x="486625" y="40929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p:nvPr/>
        </p:nvSpPr>
        <p:spPr>
          <a:xfrm>
            <a:off x="7601263" y="2480238"/>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2"/>
          <p:cNvSpPr/>
          <p:nvPr/>
        </p:nvSpPr>
        <p:spPr>
          <a:xfrm>
            <a:off x="161350" y="133725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2"/>
          <p:cNvSpPr/>
          <p:nvPr/>
        </p:nvSpPr>
        <p:spPr>
          <a:xfrm>
            <a:off x="8060025" y="4817088"/>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2"/>
          <p:cNvSpPr/>
          <p:nvPr/>
        </p:nvSpPr>
        <p:spPr>
          <a:xfrm>
            <a:off x="1466575" y="25775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txBox="1"/>
          <p:nvPr>
            <p:ph idx="6" type="title"/>
          </p:nvPr>
        </p:nvSpPr>
        <p:spPr>
          <a:xfrm>
            <a:off x="702900" y="542925"/>
            <a:ext cx="77382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300"/>
              <a:buNone/>
              <a:defRPr b="1" sz="2800">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text">
  <p:cSld name="TITLE_AND_TWO_COLUMNS_1_1_2">
    <p:bg>
      <p:bgPr>
        <a:solidFill>
          <a:schemeClr val="lt1"/>
        </a:solidFill>
      </p:bgPr>
    </p:bg>
    <p:spTree>
      <p:nvGrpSpPr>
        <p:cNvPr id="277" name="Shape 277"/>
        <p:cNvGrpSpPr/>
        <p:nvPr/>
      </p:nvGrpSpPr>
      <p:grpSpPr>
        <a:xfrm>
          <a:off x="0" y="0"/>
          <a:ext cx="0" cy="0"/>
          <a:chOff x="0" y="0"/>
          <a:chExt cx="0" cy="0"/>
        </a:xfrm>
      </p:grpSpPr>
      <p:sp>
        <p:nvSpPr>
          <p:cNvPr id="278" name="Google Shape;278;p23"/>
          <p:cNvSpPr txBox="1"/>
          <p:nvPr>
            <p:ph type="title"/>
          </p:nvPr>
        </p:nvSpPr>
        <p:spPr>
          <a:xfrm flipH="1">
            <a:off x="2085975" y="2090442"/>
            <a:ext cx="2071800" cy="4482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2000">
                <a:solidFill>
                  <a:srgbClr val="000000"/>
                </a:solidFill>
                <a:latin typeface="Lato"/>
                <a:ea typeface="Lato"/>
                <a:cs typeface="Lato"/>
                <a:sym typeface="Lato"/>
              </a:defRPr>
            </a:lvl1pPr>
            <a:lvl2pPr lvl="1" rtl="0">
              <a:spcBef>
                <a:spcPts val="0"/>
              </a:spcBef>
              <a:spcAft>
                <a:spcPts val="0"/>
              </a:spcAft>
              <a:buNone/>
              <a:defRPr b="1" sz="2000">
                <a:solidFill>
                  <a:srgbClr val="000000"/>
                </a:solidFill>
                <a:latin typeface="Lato"/>
                <a:ea typeface="Lato"/>
                <a:cs typeface="Lato"/>
                <a:sym typeface="Lato"/>
              </a:defRPr>
            </a:lvl2pPr>
            <a:lvl3pPr lvl="2" rtl="0">
              <a:spcBef>
                <a:spcPts val="0"/>
              </a:spcBef>
              <a:spcAft>
                <a:spcPts val="0"/>
              </a:spcAft>
              <a:buNone/>
              <a:defRPr b="1" sz="2000">
                <a:solidFill>
                  <a:srgbClr val="000000"/>
                </a:solidFill>
                <a:latin typeface="Lato"/>
                <a:ea typeface="Lato"/>
                <a:cs typeface="Lato"/>
                <a:sym typeface="Lato"/>
              </a:defRPr>
            </a:lvl3pPr>
            <a:lvl4pPr lvl="3" rtl="0">
              <a:spcBef>
                <a:spcPts val="0"/>
              </a:spcBef>
              <a:spcAft>
                <a:spcPts val="0"/>
              </a:spcAft>
              <a:buNone/>
              <a:defRPr b="1" sz="2000">
                <a:solidFill>
                  <a:srgbClr val="000000"/>
                </a:solidFill>
                <a:latin typeface="Lato"/>
                <a:ea typeface="Lato"/>
                <a:cs typeface="Lato"/>
                <a:sym typeface="Lato"/>
              </a:defRPr>
            </a:lvl4pPr>
            <a:lvl5pPr lvl="4" rtl="0">
              <a:spcBef>
                <a:spcPts val="0"/>
              </a:spcBef>
              <a:spcAft>
                <a:spcPts val="0"/>
              </a:spcAft>
              <a:buNone/>
              <a:defRPr b="1" sz="2000">
                <a:solidFill>
                  <a:srgbClr val="000000"/>
                </a:solidFill>
                <a:latin typeface="Lato"/>
                <a:ea typeface="Lato"/>
                <a:cs typeface="Lato"/>
                <a:sym typeface="Lato"/>
              </a:defRPr>
            </a:lvl5pPr>
            <a:lvl6pPr lvl="5" rtl="0">
              <a:spcBef>
                <a:spcPts val="0"/>
              </a:spcBef>
              <a:spcAft>
                <a:spcPts val="0"/>
              </a:spcAft>
              <a:buNone/>
              <a:defRPr b="1" sz="2000">
                <a:solidFill>
                  <a:srgbClr val="000000"/>
                </a:solidFill>
                <a:latin typeface="Lato"/>
                <a:ea typeface="Lato"/>
                <a:cs typeface="Lato"/>
                <a:sym typeface="Lato"/>
              </a:defRPr>
            </a:lvl6pPr>
            <a:lvl7pPr lvl="6" rtl="0">
              <a:spcBef>
                <a:spcPts val="0"/>
              </a:spcBef>
              <a:spcAft>
                <a:spcPts val="0"/>
              </a:spcAft>
              <a:buNone/>
              <a:defRPr b="1" sz="2000">
                <a:solidFill>
                  <a:srgbClr val="000000"/>
                </a:solidFill>
                <a:latin typeface="Lato"/>
                <a:ea typeface="Lato"/>
                <a:cs typeface="Lato"/>
                <a:sym typeface="Lato"/>
              </a:defRPr>
            </a:lvl7pPr>
            <a:lvl8pPr lvl="7" rtl="0">
              <a:spcBef>
                <a:spcPts val="0"/>
              </a:spcBef>
              <a:spcAft>
                <a:spcPts val="0"/>
              </a:spcAft>
              <a:buNone/>
              <a:defRPr b="1" sz="2000">
                <a:solidFill>
                  <a:srgbClr val="000000"/>
                </a:solidFill>
                <a:latin typeface="Lato"/>
                <a:ea typeface="Lato"/>
                <a:cs typeface="Lato"/>
                <a:sym typeface="Lato"/>
              </a:defRPr>
            </a:lvl8pPr>
            <a:lvl9pPr lvl="8" rtl="0">
              <a:spcBef>
                <a:spcPts val="0"/>
              </a:spcBef>
              <a:spcAft>
                <a:spcPts val="0"/>
              </a:spcAft>
              <a:buNone/>
              <a:defRPr b="1" sz="2000">
                <a:solidFill>
                  <a:srgbClr val="000000"/>
                </a:solidFill>
                <a:latin typeface="Lato"/>
                <a:ea typeface="Lato"/>
                <a:cs typeface="Lato"/>
                <a:sym typeface="Lato"/>
              </a:defRPr>
            </a:lvl9pPr>
          </a:lstStyle>
          <a:p/>
        </p:txBody>
      </p:sp>
      <p:sp>
        <p:nvSpPr>
          <p:cNvPr id="279" name="Google Shape;279;p23"/>
          <p:cNvSpPr txBox="1"/>
          <p:nvPr>
            <p:ph idx="2" type="title"/>
          </p:nvPr>
        </p:nvSpPr>
        <p:spPr>
          <a:xfrm flipH="1">
            <a:off x="2085975" y="2547550"/>
            <a:ext cx="2071800" cy="6813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0" sz="1400">
                <a:latin typeface="Open Sans"/>
                <a:ea typeface="Open Sans"/>
                <a:cs typeface="Open Sans"/>
                <a:sym typeface="Open Sans"/>
              </a:defRPr>
            </a:lvl1pPr>
            <a:lvl2pPr lvl="1" rtl="0">
              <a:spcBef>
                <a:spcPts val="0"/>
              </a:spcBef>
              <a:spcAft>
                <a:spcPts val="0"/>
              </a:spcAft>
              <a:buNone/>
              <a:defRPr>
                <a:latin typeface="Open Sans Light"/>
                <a:ea typeface="Open Sans Light"/>
                <a:cs typeface="Open Sans Light"/>
                <a:sym typeface="Open Sans Light"/>
              </a:defRPr>
            </a:lvl2pPr>
            <a:lvl3pPr lvl="2" rtl="0">
              <a:spcBef>
                <a:spcPts val="0"/>
              </a:spcBef>
              <a:spcAft>
                <a:spcPts val="0"/>
              </a:spcAft>
              <a:buNone/>
              <a:defRPr>
                <a:latin typeface="Open Sans Light"/>
                <a:ea typeface="Open Sans Light"/>
                <a:cs typeface="Open Sans Light"/>
                <a:sym typeface="Open Sans Light"/>
              </a:defRPr>
            </a:lvl3pPr>
            <a:lvl4pPr lvl="3" rtl="0">
              <a:spcBef>
                <a:spcPts val="0"/>
              </a:spcBef>
              <a:spcAft>
                <a:spcPts val="0"/>
              </a:spcAft>
              <a:buNone/>
              <a:defRPr>
                <a:latin typeface="Open Sans Light"/>
                <a:ea typeface="Open Sans Light"/>
                <a:cs typeface="Open Sans Light"/>
                <a:sym typeface="Open Sans Light"/>
              </a:defRPr>
            </a:lvl4pPr>
            <a:lvl5pPr lvl="4" rtl="0">
              <a:spcBef>
                <a:spcPts val="0"/>
              </a:spcBef>
              <a:spcAft>
                <a:spcPts val="0"/>
              </a:spcAft>
              <a:buNone/>
              <a:defRPr>
                <a:latin typeface="Open Sans Light"/>
                <a:ea typeface="Open Sans Light"/>
                <a:cs typeface="Open Sans Light"/>
                <a:sym typeface="Open Sans Light"/>
              </a:defRPr>
            </a:lvl5pPr>
            <a:lvl6pPr lvl="5" rtl="0">
              <a:spcBef>
                <a:spcPts val="0"/>
              </a:spcBef>
              <a:spcAft>
                <a:spcPts val="0"/>
              </a:spcAft>
              <a:buNone/>
              <a:defRPr>
                <a:latin typeface="Open Sans Light"/>
                <a:ea typeface="Open Sans Light"/>
                <a:cs typeface="Open Sans Light"/>
                <a:sym typeface="Open Sans Light"/>
              </a:defRPr>
            </a:lvl6pPr>
            <a:lvl7pPr lvl="6" rtl="0">
              <a:spcBef>
                <a:spcPts val="0"/>
              </a:spcBef>
              <a:spcAft>
                <a:spcPts val="0"/>
              </a:spcAft>
              <a:buNone/>
              <a:defRPr>
                <a:latin typeface="Open Sans Light"/>
                <a:ea typeface="Open Sans Light"/>
                <a:cs typeface="Open Sans Light"/>
                <a:sym typeface="Open Sans Light"/>
              </a:defRPr>
            </a:lvl7pPr>
            <a:lvl8pPr lvl="7" rtl="0">
              <a:spcBef>
                <a:spcPts val="0"/>
              </a:spcBef>
              <a:spcAft>
                <a:spcPts val="0"/>
              </a:spcAft>
              <a:buNone/>
              <a:defRPr>
                <a:latin typeface="Open Sans Light"/>
                <a:ea typeface="Open Sans Light"/>
                <a:cs typeface="Open Sans Light"/>
                <a:sym typeface="Open Sans Light"/>
              </a:defRPr>
            </a:lvl8pPr>
            <a:lvl9pPr lvl="8" rtl="0">
              <a:spcBef>
                <a:spcPts val="0"/>
              </a:spcBef>
              <a:spcAft>
                <a:spcPts val="0"/>
              </a:spcAft>
              <a:buNone/>
              <a:defRPr>
                <a:latin typeface="Open Sans Light"/>
                <a:ea typeface="Open Sans Light"/>
                <a:cs typeface="Open Sans Light"/>
                <a:sym typeface="Open Sans Light"/>
              </a:defRPr>
            </a:lvl9pPr>
          </a:lstStyle>
          <a:p/>
        </p:txBody>
      </p:sp>
      <p:sp>
        <p:nvSpPr>
          <p:cNvPr id="280" name="Google Shape;280;p23"/>
          <p:cNvSpPr/>
          <p:nvPr/>
        </p:nvSpPr>
        <p:spPr>
          <a:xfrm rot="10800000">
            <a:off x="-721496" y="-1105651"/>
            <a:ext cx="4474346" cy="331545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rot="10800000">
            <a:off x="-620564"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3"/>
          <p:cNvSpPr/>
          <p:nvPr/>
        </p:nvSpPr>
        <p:spPr>
          <a:xfrm rot="681629">
            <a:off x="8179063" y="2904789"/>
            <a:ext cx="2928130" cy="2002996"/>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
          <p:cNvSpPr/>
          <p:nvPr/>
        </p:nvSpPr>
        <p:spPr>
          <a:xfrm rot="681650">
            <a:off x="5973955" y="3614488"/>
            <a:ext cx="4240224" cy="2759474"/>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3"/>
          <p:cNvSpPr/>
          <p:nvPr/>
        </p:nvSpPr>
        <p:spPr>
          <a:xfrm>
            <a:off x="7989288" y="17277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a:off x="1391500" y="460057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8917263" y="3358938"/>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299875" y="3752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p:nvPr/>
        </p:nvSpPr>
        <p:spPr>
          <a:xfrm>
            <a:off x="7831425" y="4883763"/>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3"/>
          <p:cNvSpPr/>
          <p:nvPr/>
        </p:nvSpPr>
        <p:spPr>
          <a:xfrm>
            <a:off x="3456550" y="8171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text 02">
  <p:cSld name="TITLE_AND_TWO_COLUMNS_1_1_2_1">
    <p:bg>
      <p:bgPr>
        <a:solidFill>
          <a:schemeClr val="lt1"/>
        </a:solidFill>
      </p:bgPr>
    </p:bg>
    <p:spTree>
      <p:nvGrpSpPr>
        <p:cNvPr id="290" name="Shape 290"/>
        <p:cNvGrpSpPr/>
        <p:nvPr/>
      </p:nvGrpSpPr>
      <p:grpSpPr>
        <a:xfrm>
          <a:off x="0" y="0"/>
          <a:ext cx="0" cy="0"/>
          <a:chOff x="0" y="0"/>
          <a:chExt cx="0" cy="0"/>
        </a:xfrm>
      </p:grpSpPr>
      <p:sp>
        <p:nvSpPr>
          <p:cNvPr id="291" name="Google Shape;291;p24"/>
          <p:cNvSpPr txBox="1"/>
          <p:nvPr>
            <p:ph type="title"/>
          </p:nvPr>
        </p:nvSpPr>
        <p:spPr>
          <a:xfrm flipH="1">
            <a:off x="5793225" y="2090450"/>
            <a:ext cx="2407800" cy="448200"/>
          </a:xfrm>
          <a:prstGeom prst="rect">
            <a:avLst/>
          </a:prstGeom>
        </p:spPr>
        <p:txBody>
          <a:bodyPr anchorCtr="0" anchor="ctr" bIns="91425" lIns="91425" spcFirstLastPara="1" rIns="91425" wrap="square" tIns="91425">
            <a:noAutofit/>
          </a:bodyPr>
          <a:lstStyle>
            <a:lvl1pPr lvl="0" rtl="0" algn="r">
              <a:spcBef>
                <a:spcPts val="0"/>
              </a:spcBef>
              <a:spcAft>
                <a:spcPts val="0"/>
              </a:spcAft>
              <a:buNone/>
              <a:defRPr b="1" sz="2000">
                <a:solidFill>
                  <a:srgbClr val="000000"/>
                </a:solidFill>
                <a:latin typeface="Lato"/>
                <a:ea typeface="Lato"/>
                <a:cs typeface="Lato"/>
                <a:sym typeface="Lato"/>
              </a:defRPr>
            </a:lvl1pPr>
            <a:lvl2pPr lvl="1" rtl="0" algn="r">
              <a:spcBef>
                <a:spcPts val="0"/>
              </a:spcBef>
              <a:spcAft>
                <a:spcPts val="0"/>
              </a:spcAft>
              <a:buNone/>
              <a:defRPr b="1" sz="2000">
                <a:solidFill>
                  <a:srgbClr val="000000"/>
                </a:solidFill>
                <a:latin typeface="Lato"/>
                <a:ea typeface="Lato"/>
                <a:cs typeface="Lato"/>
                <a:sym typeface="Lato"/>
              </a:defRPr>
            </a:lvl2pPr>
            <a:lvl3pPr lvl="2" rtl="0" algn="r">
              <a:spcBef>
                <a:spcPts val="0"/>
              </a:spcBef>
              <a:spcAft>
                <a:spcPts val="0"/>
              </a:spcAft>
              <a:buNone/>
              <a:defRPr b="1" sz="2000">
                <a:solidFill>
                  <a:srgbClr val="000000"/>
                </a:solidFill>
                <a:latin typeface="Lato"/>
                <a:ea typeface="Lato"/>
                <a:cs typeface="Lato"/>
                <a:sym typeface="Lato"/>
              </a:defRPr>
            </a:lvl3pPr>
            <a:lvl4pPr lvl="3" rtl="0" algn="r">
              <a:spcBef>
                <a:spcPts val="0"/>
              </a:spcBef>
              <a:spcAft>
                <a:spcPts val="0"/>
              </a:spcAft>
              <a:buNone/>
              <a:defRPr b="1" sz="2000">
                <a:solidFill>
                  <a:srgbClr val="000000"/>
                </a:solidFill>
                <a:latin typeface="Lato"/>
                <a:ea typeface="Lato"/>
                <a:cs typeface="Lato"/>
                <a:sym typeface="Lato"/>
              </a:defRPr>
            </a:lvl4pPr>
            <a:lvl5pPr lvl="4" rtl="0" algn="r">
              <a:spcBef>
                <a:spcPts val="0"/>
              </a:spcBef>
              <a:spcAft>
                <a:spcPts val="0"/>
              </a:spcAft>
              <a:buNone/>
              <a:defRPr b="1" sz="2000">
                <a:solidFill>
                  <a:srgbClr val="000000"/>
                </a:solidFill>
                <a:latin typeface="Lato"/>
                <a:ea typeface="Lato"/>
                <a:cs typeface="Lato"/>
                <a:sym typeface="Lato"/>
              </a:defRPr>
            </a:lvl5pPr>
            <a:lvl6pPr lvl="5" rtl="0" algn="r">
              <a:spcBef>
                <a:spcPts val="0"/>
              </a:spcBef>
              <a:spcAft>
                <a:spcPts val="0"/>
              </a:spcAft>
              <a:buNone/>
              <a:defRPr b="1" sz="2000">
                <a:solidFill>
                  <a:srgbClr val="000000"/>
                </a:solidFill>
                <a:latin typeface="Lato"/>
                <a:ea typeface="Lato"/>
                <a:cs typeface="Lato"/>
                <a:sym typeface="Lato"/>
              </a:defRPr>
            </a:lvl6pPr>
            <a:lvl7pPr lvl="6" rtl="0" algn="r">
              <a:spcBef>
                <a:spcPts val="0"/>
              </a:spcBef>
              <a:spcAft>
                <a:spcPts val="0"/>
              </a:spcAft>
              <a:buNone/>
              <a:defRPr b="1" sz="2000">
                <a:solidFill>
                  <a:srgbClr val="000000"/>
                </a:solidFill>
                <a:latin typeface="Lato"/>
                <a:ea typeface="Lato"/>
                <a:cs typeface="Lato"/>
                <a:sym typeface="Lato"/>
              </a:defRPr>
            </a:lvl7pPr>
            <a:lvl8pPr lvl="7" rtl="0" algn="r">
              <a:spcBef>
                <a:spcPts val="0"/>
              </a:spcBef>
              <a:spcAft>
                <a:spcPts val="0"/>
              </a:spcAft>
              <a:buNone/>
              <a:defRPr b="1" sz="2000">
                <a:solidFill>
                  <a:srgbClr val="000000"/>
                </a:solidFill>
                <a:latin typeface="Lato"/>
                <a:ea typeface="Lato"/>
                <a:cs typeface="Lato"/>
                <a:sym typeface="Lato"/>
              </a:defRPr>
            </a:lvl8pPr>
            <a:lvl9pPr lvl="8" rtl="0" algn="r">
              <a:spcBef>
                <a:spcPts val="0"/>
              </a:spcBef>
              <a:spcAft>
                <a:spcPts val="0"/>
              </a:spcAft>
              <a:buNone/>
              <a:defRPr b="1" sz="2000">
                <a:solidFill>
                  <a:srgbClr val="000000"/>
                </a:solidFill>
                <a:latin typeface="Lato"/>
                <a:ea typeface="Lato"/>
                <a:cs typeface="Lato"/>
                <a:sym typeface="Lato"/>
              </a:defRPr>
            </a:lvl9pPr>
          </a:lstStyle>
          <a:p/>
        </p:txBody>
      </p:sp>
      <p:sp>
        <p:nvSpPr>
          <p:cNvPr id="292" name="Google Shape;292;p24"/>
          <p:cNvSpPr txBox="1"/>
          <p:nvPr>
            <p:ph idx="2" type="title"/>
          </p:nvPr>
        </p:nvSpPr>
        <p:spPr>
          <a:xfrm flipH="1">
            <a:off x="6272325" y="2547550"/>
            <a:ext cx="1928700" cy="681300"/>
          </a:xfrm>
          <a:prstGeom prst="rect">
            <a:avLst/>
          </a:prstGeom>
        </p:spPr>
        <p:txBody>
          <a:bodyPr anchorCtr="0" anchor="ctr" bIns="91425" lIns="91425" spcFirstLastPara="1" rIns="91425" wrap="square" tIns="91425">
            <a:noAutofit/>
          </a:bodyPr>
          <a:lstStyle>
            <a:lvl1pPr lvl="0" rtl="0" algn="r">
              <a:spcBef>
                <a:spcPts val="0"/>
              </a:spcBef>
              <a:spcAft>
                <a:spcPts val="0"/>
              </a:spcAft>
              <a:buNone/>
              <a:defRPr b="0" sz="1400">
                <a:latin typeface="Open Sans"/>
                <a:ea typeface="Open Sans"/>
                <a:cs typeface="Open Sans"/>
                <a:sym typeface="Open Sans"/>
              </a:defRPr>
            </a:lvl1pPr>
            <a:lvl2pPr lvl="1" rtl="0" algn="r">
              <a:spcBef>
                <a:spcPts val="0"/>
              </a:spcBef>
              <a:spcAft>
                <a:spcPts val="0"/>
              </a:spcAft>
              <a:buNone/>
              <a:defRPr>
                <a:latin typeface="Open Sans Light"/>
                <a:ea typeface="Open Sans Light"/>
                <a:cs typeface="Open Sans Light"/>
                <a:sym typeface="Open Sans Light"/>
              </a:defRPr>
            </a:lvl2pPr>
            <a:lvl3pPr lvl="2" rtl="0" algn="r">
              <a:spcBef>
                <a:spcPts val="0"/>
              </a:spcBef>
              <a:spcAft>
                <a:spcPts val="0"/>
              </a:spcAft>
              <a:buNone/>
              <a:defRPr>
                <a:latin typeface="Open Sans Light"/>
                <a:ea typeface="Open Sans Light"/>
                <a:cs typeface="Open Sans Light"/>
                <a:sym typeface="Open Sans Light"/>
              </a:defRPr>
            </a:lvl3pPr>
            <a:lvl4pPr lvl="3" rtl="0" algn="r">
              <a:spcBef>
                <a:spcPts val="0"/>
              </a:spcBef>
              <a:spcAft>
                <a:spcPts val="0"/>
              </a:spcAft>
              <a:buNone/>
              <a:defRPr>
                <a:latin typeface="Open Sans Light"/>
                <a:ea typeface="Open Sans Light"/>
                <a:cs typeface="Open Sans Light"/>
                <a:sym typeface="Open Sans Light"/>
              </a:defRPr>
            </a:lvl4pPr>
            <a:lvl5pPr lvl="4" rtl="0" algn="r">
              <a:spcBef>
                <a:spcPts val="0"/>
              </a:spcBef>
              <a:spcAft>
                <a:spcPts val="0"/>
              </a:spcAft>
              <a:buNone/>
              <a:defRPr>
                <a:latin typeface="Open Sans Light"/>
                <a:ea typeface="Open Sans Light"/>
                <a:cs typeface="Open Sans Light"/>
                <a:sym typeface="Open Sans Light"/>
              </a:defRPr>
            </a:lvl5pPr>
            <a:lvl6pPr lvl="5" rtl="0" algn="r">
              <a:spcBef>
                <a:spcPts val="0"/>
              </a:spcBef>
              <a:spcAft>
                <a:spcPts val="0"/>
              </a:spcAft>
              <a:buNone/>
              <a:defRPr>
                <a:latin typeface="Open Sans Light"/>
                <a:ea typeface="Open Sans Light"/>
                <a:cs typeface="Open Sans Light"/>
                <a:sym typeface="Open Sans Light"/>
              </a:defRPr>
            </a:lvl6pPr>
            <a:lvl7pPr lvl="6" rtl="0" algn="r">
              <a:spcBef>
                <a:spcPts val="0"/>
              </a:spcBef>
              <a:spcAft>
                <a:spcPts val="0"/>
              </a:spcAft>
              <a:buNone/>
              <a:defRPr>
                <a:latin typeface="Open Sans Light"/>
                <a:ea typeface="Open Sans Light"/>
                <a:cs typeface="Open Sans Light"/>
                <a:sym typeface="Open Sans Light"/>
              </a:defRPr>
            </a:lvl7pPr>
            <a:lvl8pPr lvl="7" rtl="0" algn="r">
              <a:spcBef>
                <a:spcPts val="0"/>
              </a:spcBef>
              <a:spcAft>
                <a:spcPts val="0"/>
              </a:spcAft>
              <a:buNone/>
              <a:defRPr>
                <a:latin typeface="Open Sans Light"/>
                <a:ea typeface="Open Sans Light"/>
                <a:cs typeface="Open Sans Light"/>
                <a:sym typeface="Open Sans Light"/>
              </a:defRPr>
            </a:lvl8pPr>
            <a:lvl9pPr lvl="8" rtl="0" algn="r">
              <a:spcBef>
                <a:spcPts val="0"/>
              </a:spcBef>
              <a:spcAft>
                <a:spcPts val="0"/>
              </a:spcAft>
              <a:buNone/>
              <a:defRPr>
                <a:latin typeface="Open Sans Light"/>
                <a:ea typeface="Open Sans Light"/>
                <a:cs typeface="Open Sans Light"/>
                <a:sym typeface="Open Sans Light"/>
              </a:defRPr>
            </a:lvl9pPr>
          </a:lstStyle>
          <a:p/>
        </p:txBody>
      </p:sp>
      <p:sp>
        <p:nvSpPr>
          <p:cNvPr id="293" name="Google Shape;293;p24"/>
          <p:cNvSpPr/>
          <p:nvPr/>
        </p:nvSpPr>
        <p:spPr>
          <a:xfrm flipH="1" rot="10800000">
            <a:off x="6801367" y="-191251"/>
            <a:ext cx="4474346" cy="331545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4"/>
          <p:cNvSpPr/>
          <p:nvPr/>
        </p:nvSpPr>
        <p:spPr>
          <a:xfrm flipH="1" rot="10800000">
            <a:off x="7267892" y="-4286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4"/>
          <p:cNvSpPr/>
          <p:nvPr/>
        </p:nvSpPr>
        <p:spPr>
          <a:xfrm flipH="1" rot="-681629">
            <a:off x="-1010176" y="3361989"/>
            <a:ext cx="2928130" cy="2002996"/>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4"/>
          <p:cNvSpPr/>
          <p:nvPr/>
        </p:nvSpPr>
        <p:spPr>
          <a:xfrm flipH="1" rot="-681650">
            <a:off x="-117162" y="4071688"/>
            <a:ext cx="4240224" cy="2759474"/>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4"/>
          <p:cNvSpPr/>
          <p:nvPr/>
        </p:nvSpPr>
        <p:spPr>
          <a:xfrm>
            <a:off x="8294088" y="10844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4"/>
          <p:cNvSpPr/>
          <p:nvPr/>
        </p:nvSpPr>
        <p:spPr>
          <a:xfrm>
            <a:off x="714375" y="438337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4"/>
          <p:cNvSpPr/>
          <p:nvPr/>
        </p:nvSpPr>
        <p:spPr>
          <a:xfrm>
            <a:off x="8917263" y="3358938"/>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4"/>
          <p:cNvSpPr/>
          <p:nvPr/>
        </p:nvSpPr>
        <p:spPr>
          <a:xfrm>
            <a:off x="214150" y="16362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4"/>
          <p:cNvSpPr/>
          <p:nvPr/>
        </p:nvSpPr>
        <p:spPr>
          <a:xfrm>
            <a:off x="7831425" y="4883763"/>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4"/>
          <p:cNvSpPr/>
          <p:nvPr/>
        </p:nvSpPr>
        <p:spPr>
          <a:xfrm>
            <a:off x="3932800" y="4667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02">
  <p:cSld name="TITLE_AND_TWO_COLUMNS_1_1_3">
    <p:bg>
      <p:bgPr>
        <a:solidFill>
          <a:schemeClr val="lt1"/>
        </a:solidFill>
      </p:bgPr>
    </p:bg>
    <p:spTree>
      <p:nvGrpSpPr>
        <p:cNvPr id="303" name="Shape 303"/>
        <p:cNvGrpSpPr/>
        <p:nvPr/>
      </p:nvGrpSpPr>
      <p:grpSpPr>
        <a:xfrm>
          <a:off x="0" y="0"/>
          <a:ext cx="0" cy="0"/>
          <a:chOff x="0" y="0"/>
          <a:chExt cx="0" cy="0"/>
        </a:xfrm>
      </p:grpSpPr>
      <p:sp>
        <p:nvSpPr>
          <p:cNvPr id="304" name="Google Shape;304;p25"/>
          <p:cNvSpPr txBox="1"/>
          <p:nvPr>
            <p:ph type="title"/>
          </p:nvPr>
        </p:nvSpPr>
        <p:spPr>
          <a:xfrm flipH="1">
            <a:off x="5312525" y="3080002"/>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latin typeface="Lato"/>
                <a:ea typeface="Lato"/>
                <a:cs typeface="Lato"/>
                <a:sym typeface="Lato"/>
              </a:defRPr>
            </a:lvl1pPr>
            <a:lvl2pPr lvl="1" rtl="0" algn="ctr">
              <a:spcBef>
                <a:spcPts val="0"/>
              </a:spcBef>
              <a:spcAft>
                <a:spcPts val="0"/>
              </a:spcAft>
              <a:buNone/>
              <a:defRPr b="1" sz="2000">
                <a:latin typeface="Lato"/>
                <a:ea typeface="Lato"/>
                <a:cs typeface="Lato"/>
                <a:sym typeface="Lato"/>
              </a:defRPr>
            </a:lvl2pPr>
            <a:lvl3pPr lvl="2" rtl="0" algn="ctr">
              <a:spcBef>
                <a:spcPts val="0"/>
              </a:spcBef>
              <a:spcAft>
                <a:spcPts val="0"/>
              </a:spcAft>
              <a:buNone/>
              <a:defRPr b="1" sz="2000">
                <a:latin typeface="Lato"/>
                <a:ea typeface="Lato"/>
                <a:cs typeface="Lato"/>
                <a:sym typeface="Lato"/>
              </a:defRPr>
            </a:lvl3pPr>
            <a:lvl4pPr lvl="3" rtl="0" algn="ctr">
              <a:spcBef>
                <a:spcPts val="0"/>
              </a:spcBef>
              <a:spcAft>
                <a:spcPts val="0"/>
              </a:spcAft>
              <a:buNone/>
              <a:defRPr b="1" sz="2000">
                <a:latin typeface="Lato"/>
                <a:ea typeface="Lato"/>
                <a:cs typeface="Lato"/>
                <a:sym typeface="Lato"/>
              </a:defRPr>
            </a:lvl4pPr>
            <a:lvl5pPr lvl="4" rtl="0" algn="ctr">
              <a:spcBef>
                <a:spcPts val="0"/>
              </a:spcBef>
              <a:spcAft>
                <a:spcPts val="0"/>
              </a:spcAft>
              <a:buNone/>
              <a:defRPr b="1" sz="2000">
                <a:latin typeface="Lato"/>
                <a:ea typeface="Lato"/>
                <a:cs typeface="Lato"/>
                <a:sym typeface="Lato"/>
              </a:defRPr>
            </a:lvl5pPr>
            <a:lvl6pPr lvl="5" rtl="0" algn="ctr">
              <a:spcBef>
                <a:spcPts val="0"/>
              </a:spcBef>
              <a:spcAft>
                <a:spcPts val="0"/>
              </a:spcAft>
              <a:buNone/>
              <a:defRPr b="1" sz="2000">
                <a:latin typeface="Lato"/>
                <a:ea typeface="Lato"/>
                <a:cs typeface="Lato"/>
                <a:sym typeface="Lato"/>
              </a:defRPr>
            </a:lvl6pPr>
            <a:lvl7pPr lvl="6" rtl="0" algn="ctr">
              <a:spcBef>
                <a:spcPts val="0"/>
              </a:spcBef>
              <a:spcAft>
                <a:spcPts val="0"/>
              </a:spcAft>
              <a:buNone/>
              <a:defRPr b="1" sz="2000">
                <a:latin typeface="Lato"/>
                <a:ea typeface="Lato"/>
                <a:cs typeface="Lato"/>
                <a:sym typeface="Lato"/>
              </a:defRPr>
            </a:lvl7pPr>
            <a:lvl8pPr lvl="7" rtl="0" algn="ctr">
              <a:spcBef>
                <a:spcPts val="0"/>
              </a:spcBef>
              <a:spcAft>
                <a:spcPts val="0"/>
              </a:spcAft>
              <a:buNone/>
              <a:defRPr b="1" sz="2000">
                <a:latin typeface="Lato"/>
                <a:ea typeface="Lato"/>
                <a:cs typeface="Lato"/>
                <a:sym typeface="Lato"/>
              </a:defRPr>
            </a:lvl8pPr>
            <a:lvl9pPr lvl="8" rtl="0" algn="ctr">
              <a:spcBef>
                <a:spcPts val="0"/>
              </a:spcBef>
              <a:spcAft>
                <a:spcPts val="0"/>
              </a:spcAft>
              <a:buNone/>
              <a:defRPr b="1" sz="2000">
                <a:latin typeface="Lato"/>
                <a:ea typeface="Lato"/>
                <a:cs typeface="Lato"/>
                <a:sym typeface="Lato"/>
              </a:defRPr>
            </a:lvl9pPr>
          </a:lstStyle>
          <a:p/>
        </p:txBody>
      </p:sp>
      <p:sp>
        <p:nvSpPr>
          <p:cNvPr id="305" name="Google Shape;305;p25"/>
          <p:cNvSpPr txBox="1"/>
          <p:nvPr>
            <p:ph idx="2" type="title"/>
          </p:nvPr>
        </p:nvSpPr>
        <p:spPr>
          <a:xfrm flipH="1">
            <a:off x="4995875" y="3537102"/>
            <a:ext cx="27051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306" name="Google Shape;306;p25"/>
          <p:cNvSpPr txBox="1"/>
          <p:nvPr>
            <p:ph idx="3" type="title"/>
          </p:nvPr>
        </p:nvSpPr>
        <p:spPr>
          <a:xfrm flipH="1">
            <a:off x="1759675" y="3079994"/>
            <a:ext cx="2071800" cy="448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000">
                <a:solidFill>
                  <a:srgbClr val="000000"/>
                </a:solidFill>
                <a:latin typeface="Lato"/>
                <a:ea typeface="Lato"/>
                <a:cs typeface="Lato"/>
                <a:sym typeface="Lato"/>
              </a:defRPr>
            </a:lvl1pPr>
            <a:lvl2pPr lvl="1" rtl="0" algn="ctr">
              <a:spcBef>
                <a:spcPts val="0"/>
              </a:spcBef>
              <a:spcAft>
                <a:spcPts val="0"/>
              </a:spcAft>
              <a:buNone/>
              <a:defRPr b="1" sz="2000">
                <a:solidFill>
                  <a:srgbClr val="000000"/>
                </a:solidFill>
                <a:latin typeface="Lato"/>
                <a:ea typeface="Lato"/>
                <a:cs typeface="Lato"/>
                <a:sym typeface="Lato"/>
              </a:defRPr>
            </a:lvl2pPr>
            <a:lvl3pPr lvl="2" rtl="0" algn="ctr">
              <a:spcBef>
                <a:spcPts val="0"/>
              </a:spcBef>
              <a:spcAft>
                <a:spcPts val="0"/>
              </a:spcAft>
              <a:buNone/>
              <a:defRPr b="1" sz="2000">
                <a:solidFill>
                  <a:srgbClr val="000000"/>
                </a:solidFill>
                <a:latin typeface="Lato"/>
                <a:ea typeface="Lato"/>
                <a:cs typeface="Lato"/>
                <a:sym typeface="Lato"/>
              </a:defRPr>
            </a:lvl3pPr>
            <a:lvl4pPr lvl="3" rtl="0" algn="ctr">
              <a:spcBef>
                <a:spcPts val="0"/>
              </a:spcBef>
              <a:spcAft>
                <a:spcPts val="0"/>
              </a:spcAft>
              <a:buNone/>
              <a:defRPr b="1" sz="2000">
                <a:solidFill>
                  <a:srgbClr val="000000"/>
                </a:solidFill>
                <a:latin typeface="Lato"/>
                <a:ea typeface="Lato"/>
                <a:cs typeface="Lato"/>
                <a:sym typeface="Lato"/>
              </a:defRPr>
            </a:lvl4pPr>
            <a:lvl5pPr lvl="4" rtl="0" algn="ctr">
              <a:spcBef>
                <a:spcPts val="0"/>
              </a:spcBef>
              <a:spcAft>
                <a:spcPts val="0"/>
              </a:spcAft>
              <a:buNone/>
              <a:defRPr b="1" sz="2000">
                <a:solidFill>
                  <a:srgbClr val="000000"/>
                </a:solidFill>
                <a:latin typeface="Lato"/>
                <a:ea typeface="Lato"/>
                <a:cs typeface="Lato"/>
                <a:sym typeface="Lato"/>
              </a:defRPr>
            </a:lvl5pPr>
            <a:lvl6pPr lvl="5" rtl="0" algn="ctr">
              <a:spcBef>
                <a:spcPts val="0"/>
              </a:spcBef>
              <a:spcAft>
                <a:spcPts val="0"/>
              </a:spcAft>
              <a:buNone/>
              <a:defRPr b="1" sz="2000">
                <a:solidFill>
                  <a:srgbClr val="000000"/>
                </a:solidFill>
                <a:latin typeface="Lato"/>
                <a:ea typeface="Lato"/>
                <a:cs typeface="Lato"/>
                <a:sym typeface="Lato"/>
              </a:defRPr>
            </a:lvl6pPr>
            <a:lvl7pPr lvl="6" rtl="0" algn="ctr">
              <a:spcBef>
                <a:spcPts val="0"/>
              </a:spcBef>
              <a:spcAft>
                <a:spcPts val="0"/>
              </a:spcAft>
              <a:buNone/>
              <a:defRPr b="1" sz="2000">
                <a:solidFill>
                  <a:srgbClr val="000000"/>
                </a:solidFill>
                <a:latin typeface="Lato"/>
                <a:ea typeface="Lato"/>
                <a:cs typeface="Lato"/>
                <a:sym typeface="Lato"/>
              </a:defRPr>
            </a:lvl7pPr>
            <a:lvl8pPr lvl="7" rtl="0" algn="ctr">
              <a:spcBef>
                <a:spcPts val="0"/>
              </a:spcBef>
              <a:spcAft>
                <a:spcPts val="0"/>
              </a:spcAft>
              <a:buNone/>
              <a:defRPr b="1" sz="2000">
                <a:solidFill>
                  <a:srgbClr val="000000"/>
                </a:solidFill>
                <a:latin typeface="Lato"/>
                <a:ea typeface="Lato"/>
                <a:cs typeface="Lato"/>
                <a:sym typeface="Lato"/>
              </a:defRPr>
            </a:lvl8pPr>
            <a:lvl9pPr lvl="8" rtl="0" algn="ctr">
              <a:spcBef>
                <a:spcPts val="0"/>
              </a:spcBef>
              <a:spcAft>
                <a:spcPts val="0"/>
              </a:spcAft>
              <a:buNone/>
              <a:defRPr b="1" sz="2000">
                <a:solidFill>
                  <a:srgbClr val="000000"/>
                </a:solidFill>
                <a:latin typeface="Lato"/>
                <a:ea typeface="Lato"/>
                <a:cs typeface="Lato"/>
                <a:sym typeface="Lato"/>
              </a:defRPr>
            </a:lvl9pPr>
          </a:lstStyle>
          <a:p/>
        </p:txBody>
      </p:sp>
      <p:sp>
        <p:nvSpPr>
          <p:cNvPr id="307" name="Google Shape;307;p25"/>
          <p:cNvSpPr txBox="1"/>
          <p:nvPr>
            <p:ph idx="4" type="title"/>
          </p:nvPr>
        </p:nvSpPr>
        <p:spPr>
          <a:xfrm flipH="1">
            <a:off x="1443025" y="3537102"/>
            <a:ext cx="2705100" cy="505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0" sz="1400">
                <a:latin typeface="Open Sans"/>
                <a:ea typeface="Open Sans"/>
                <a:cs typeface="Open Sans"/>
                <a:sym typeface="Open Sans"/>
              </a:defRPr>
            </a:lvl1pPr>
            <a:lvl2pPr lvl="1" rtl="0" algn="ctr">
              <a:spcBef>
                <a:spcPts val="0"/>
              </a:spcBef>
              <a:spcAft>
                <a:spcPts val="0"/>
              </a:spcAft>
              <a:buNone/>
              <a:defRPr>
                <a:latin typeface="Open Sans Light"/>
                <a:ea typeface="Open Sans Light"/>
                <a:cs typeface="Open Sans Light"/>
                <a:sym typeface="Open Sans Light"/>
              </a:defRPr>
            </a:lvl2pPr>
            <a:lvl3pPr lvl="2" rtl="0" algn="ctr">
              <a:spcBef>
                <a:spcPts val="0"/>
              </a:spcBef>
              <a:spcAft>
                <a:spcPts val="0"/>
              </a:spcAft>
              <a:buNone/>
              <a:defRPr>
                <a:latin typeface="Open Sans Light"/>
                <a:ea typeface="Open Sans Light"/>
                <a:cs typeface="Open Sans Light"/>
                <a:sym typeface="Open Sans Light"/>
              </a:defRPr>
            </a:lvl3pPr>
            <a:lvl4pPr lvl="3" rtl="0" algn="ctr">
              <a:spcBef>
                <a:spcPts val="0"/>
              </a:spcBef>
              <a:spcAft>
                <a:spcPts val="0"/>
              </a:spcAft>
              <a:buNone/>
              <a:defRPr>
                <a:latin typeface="Open Sans Light"/>
                <a:ea typeface="Open Sans Light"/>
                <a:cs typeface="Open Sans Light"/>
                <a:sym typeface="Open Sans Light"/>
              </a:defRPr>
            </a:lvl4pPr>
            <a:lvl5pPr lvl="4" rtl="0" algn="ctr">
              <a:spcBef>
                <a:spcPts val="0"/>
              </a:spcBef>
              <a:spcAft>
                <a:spcPts val="0"/>
              </a:spcAft>
              <a:buNone/>
              <a:defRPr>
                <a:latin typeface="Open Sans Light"/>
                <a:ea typeface="Open Sans Light"/>
                <a:cs typeface="Open Sans Light"/>
                <a:sym typeface="Open Sans Light"/>
              </a:defRPr>
            </a:lvl5pPr>
            <a:lvl6pPr lvl="5" rtl="0" algn="ctr">
              <a:spcBef>
                <a:spcPts val="0"/>
              </a:spcBef>
              <a:spcAft>
                <a:spcPts val="0"/>
              </a:spcAft>
              <a:buNone/>
              <a:defRPr>
                <a:latin typeface="Open Sans Light"/>
                <a:ea typeface="Open Sans Light"/>
                <a:cs typeface="Open Sans Light"/>
                <a:sym typeface="Open Sans Light"/>
              </a:defRPr>
            </a:lvl6pPr>
            <a:lvl7pPr lvl="6" rtl="0" algn="ctr">
              <a:spcBef>
                <a:spcPts val="0"/>
              </a:spcBef>
              <a:spcAft>
                <a:spcPts val="0"/>
              </a:spcAft>
              <a:buNone/>
              <a:defRPr>
                <a:latin typeface="Open Sans Light"/>
                <a:ea typeface="Open Sans Light"/>
                <a:cs typeface="Open Sans Light"/>
                <a:sym typeface="Open Sans Light"/>
              </a:defRPr>
            </a:lvl7pPr>
            <a:lvl8pPr lvl="7" rtl="0" algn="ctr">
              <a:spcBef>
                <a:spcPts val="0"/>
              </a:spcBef>
              <a:spcAft>
                <a:spcPts val="0"/>
              </a:spcAft>
              <a:buNone/>
              <a:defRPr>
                <a:latin typeface="Open Sans Light"/>
                <a:ea typeface="Open Sans Light"/>
                <a:cs typeface="Open Sans Light"/>
                <a:sym typeface="Open Sans Light"/>
              </a:defRPr>
            </a:lvl8pPr>
            <a:lvl9pPr lvl="8" rtl="0" algn="ctr">
              <a:spcBef>
                <a:spcPts val="0"/>
              </a:spcBef>
              <a:spcAft>
                <a:spcPts val="0"/>
              </a:spcAft>
              <a:buNone/>
              <a:defRPr>
                <a:latin typeface="Open Sans Light"/>
                <a:ea typeface="Open Sans Light"/>
                <a:cs typeface="Open Sans Light"/>
                <a:sym typeface="Open Sans Light"/>
              </a:defRPr>
            </a:lvl9pPr>
          </a:lstStyle>
          <a:p/>
        </p:txBody>
      </p:sp>
      <p:sp>
        <p:nvSpPr>
          <p:cNvPr id="308" name="Google Shape;308;p25"/>
          <p:cNvSpPr txBox="1"/>
          <p:nvPr>
            <p:ph idx="5" type="title"/>
          </p:nvPr>
        </p:nvSpPr>
        <p:spPr>
          <a:xfrm>
            <a:off x="714375" y="542925"/>
            <a:ext cx="77151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sz="2800">
                <a:latin typeface="Lato"/>
                <a:ea typeface="Lato"/>
                <a:cs typeface="Lato"/>
                <a:sym typeface="Lato"/>
              </a:defRPr>
            </a:lvl1pPr>
            <a:lvl2pPr lvl="1" rtl="0" algn="ctr">
              <a:spcBef>
                <a:spcPts val="0"/>
              </a:spcBef>
              <a:spcAft>
                <a:spcPts val="0"/>
              </a:spcAft>
              <a:buNone/>
              <a:defRPr b="1" sz="2800">
                <a:latin typeface="Lato"/>
                <a:ea typeface="Lato"/>
                <a:cs typeface="Lato"/>
                <a:sym typeface="Lato"/>
              </a:defRPr>
            </a:lvl2pPr>
            <a:lvl3pPr lvl="2" rtl="0" algn="ctr">
              <a:spcBef>
                <a:spcPts val="0"/>
              </a:spcBef>
              <a:spcAft>
                <a:spcPts val="0"/>
              </a:spcAft>
              <a:buNone/>
              <a:defRPr b="1" sz="2800">
                <a:latin typeface="Lato"/>
                <a:ea typeface="Lato"/>
                <a:cs typeface="Lato"/>
                <a:sym typeface="Lato"/>
              </a:defRPr>
            </a:lvl3pPr>
            <a:lvl4pPr lvl="3" rtl="0" algn="ctr">
              <a:spcBef>
                <a:spcPts val="0"/>
              </a:spcBef>
              <a:spcAft>
                <a:spcPts val="0"/>
              </a:spcAft>
              <a:buNone/>
              <a:defRPr b="1" sz="2800">
                <a:latin typeface="Lato"/>
                <a:ea typeface="Lato"/>
                <a:cs typeface="Lato"/>
                <a:sym typeface="Lato"/>
              </a:defRPr>
            </a:lvl4pPr>
            <a:lvl5pPr lvl="4" rtl="0" algn="ctr">
              <a:spcBef>
                <a:spcPts val="0"/>
              </a:spcBef>
              <a:spcAft>
                <a:spcPts val="0"/>
              </a:spcAft>
              <a:buNone/>
              <a:defRPr b="1" sz="2800">
                <a:latin typeface="Lato"/>
                <a:ea typeface="Lato"/>
                <a:cs typeface="Lato"/>
                <a:sym typeface="Lato"/>
              </a:defRPr>
            </a:lvl5pPr>
            <a:lvl6pPr lvl="5" rtl="0" algn="ctr">
              <a:spcBef>
                <a:spcPts val="0"/>
              </a:spcBef>
              <a:spcAft>
                <a:spcPts val="0"/>
              </a:spcAft>
              <a:buNone/>
              <a:defRPr b="1" sz="2800">
                <a:latin typeface="Lato"/>
                <a:ea typeface="Lato"/>
                <a:cs typeface="Lato"/>
                <a:sym typeface="Lato"/>
              </a:defRPr>
            </a:lvl6pPr>
            <a:lvl7pPr lvl="6" rtl="0" algn="ctr">
              <a:spcBef>
                <a:spcPts val="0"/>
              </a:spcBef>
              <a:spcAft>
                <a:spcPts val="0"/>
              </a:spcAft>
              <a:buNone/>
              <a:defRPr b="1" sz="2800">
                <a:latin typeface="Lato"/>
                <a:ea typeface="Lato"/>
                <a:cs typeface="Lato"/>
                <a:sym typeface="Lato"/>
              </a:defRPr>
            </a:lvl7pPr>
            <a:lvl8pPr lvl="7" rtl="0" algn="ctr">
              <a:spcBef>
                <a:spcPts val="0"/>
              </a:spcBef>
              <a:spcAft>
                <a:spcPts val="0"/>
              </a:spcAft>
              <a:buNone/>
              <a:defRPr b="1" sz="2800">
                <a:latin typeface="Lato"/>
                <a:ea typeface="Lato"/>
                <a:cs typeface="Lato"/>
                <a:sym typeface="Lato"/>
              </a:defRPr>
            </a:lvl8pPr>
            <a:lvl9pPr lvl="8" rtl="0" algn="ctr">
              <a:spcBef>
                <a:spcPts val="0"/>
              </a:spcBef>
              <a:spcAft>
                <a:spcPts val="0"/>
              </a:spcAft>
              <a:buNone/>
              <a:defRPr b="1" sz="2800">
                <a:latin typeface="Lato"/>
                <a:ea typeface="Lato"/>
                <a:cs typeface="Lato"/>
                <a:sym typeface="Lato"/>
              </a:defRPr>
            </a:lvl9pPr>
          </a:lstStyle>
          <a:p/>
        </p:txBody>
      </p:sp>
      <p:sp>
        <p:nvSpPr>
          <p:cNvPr id="309" name="Google Shape;309;p25"/>
          <p:cNvSpPr/>
          <p:nvPr/>
        </p:nvSpPr>
        <p:spPr>
          <a:xfrm flipH="1" rot="10800000">
            <a:off x="6708492" y="-496051"/>
            <a:ext cx="4474346" cy="331545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5"/>
          <p:cNvSpPr/>
          <p:nvPr/>
        </p:nvSpPr>
        <p:spPr>
          <a:xfrm flipH="1" rot="10800000">
            <a:off x="7175017"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5"/>
          <p:cNvSpPr/>
          <p:nvPr/>
        </p:nvSpPr>
        <p:spPr>
          <a:xfrm flipH="1">
            <a:off x="-1331096" y="2770775"/>
            <a:ext cx="2928383" cy="200304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5"/>
          <p:cNvSpPr/>
          <p:nvPr/>
        </p:nvSpPr>
        <p:spPr>
          <a:xfrm flipH="1">
            <a:off x="-758531" y="3764264"/>
            <a:ext cx="4240009" cy="275948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5"/>
          <p:cNvSpPr/>
          <p:nvPr/>
        </p:nvSpPr>
        <p:spPr>
          <a:xfrm>
            <a:off x="8370288" y="9086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5"/>
          <p:cNvSpPr/>
          <p:nvPr/>
        </p:nvSpPr>
        <p:spPr>
          <a:xfrm>
            <a:off x="639025" y="44739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5"/>
          <p:cNvSpPr/>
          <p:nvPr/>
        </p:nvSpPr>
        <p:spPr>
          <a:xfrm>
            <a:off x="8764863" y="3082713"/>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5"/>
          <p:cNvSpPr/>
          <p:nvPr/>
        </p:nvSpPr>
        <p:spPr>
          <a:xfrm>
            <a:off x="299875" y="3752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5"/>
          <p:cNvSpPr/>
          <p:nvPr/>
        </p:nvSpPr>
        <p:spPr>
          <a:xfrm>
            <a:off x="7155150" y="4817088"/>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5"/>
          <p:cNvSpPr/>
          <p:nvPr/>
        </p:nvSpPr>
        <p:spPr>
          <a:xfrm>
            <a:off x="1199125" y="261562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319" name="Shape 319"/>
        <p:cNvGrpSpPr/>
        <p:nvPr/>
      </p:nvGrpSpPr>
      <p:grpSpPr>
        <a:xfrm>
          <a:off x="0" y="0"/>
          <a:ext cx="0" cy="0"/>
          <a:chOff x="0" y="0"/>
          <a:chExt cx="0" cy="0"/>
        </a:xfrm>
      </p:grpSpPr>
      <p:sp>
        <p:nvSpPr>
          <p:cNvPr id="320" name="Google Shape;320;p26"/>
          <p:cNvSpPr txBox="1"/>
          <p:nvPr>
            <p:ph type="title"/>
          </p:nvPr>
        </p:nvSpPr>
        <p:spPr>
          <a:xfrm>
            <a:off x="5495750" y="543525"/>
            <a:ext cx="2928300" cy="7899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000000"/>
              </a:buClr>
              <a:buSzPts val="4200"/>
              <a:buFont typeface="Lato"/>
              <a:buNone/>
              <a:defRPr b="1" sz="6000">
                <a:solidFill>
                  <a:srgbClr val="000000"/>
                </a:solidFill>
                <a:latin typeface="Lato"/>
                <a:ea typeface="Lato"/>
                <a:cs typeface="Lato"/>
                <a:sym typeface="Lato"/>
              </a:defRPr>
            </a:lvl1pPr>
            <a:lvl2pPr lvl="1" rtl="0" algn="ctr">
              <a:spcBef>
                <a:spcPts val="0"/>
              </a:spcBef>
              <a:spcAft>
                <a:spcPts val="0"/>
              </a:spcAft>
              <a:buClr>
                <a:srgbClr val="000000"/>
              </a:buClr>
              <a:buSzPts val="4200"/>
              <a:buNone/>
              <a:defRPr b="0" sz="4200">
                <a:solidFill>
                  <a:srgbClr val="000000"/>
                </a:solidFill>
              </a:defRPr>
            </a:lvl2pPr>
            <a:lvl3pPr lvl="2" rtl="0" algn="ctr">
              <a:spcBef>
                <a:spcPts val="0"/>
              </a:spcBef>
              <a:spcAft>
                <a:spcPts val="0"/>
              </a:spcAft>
              <a:buClr>
                <a:srgbClr val="000000"/>
              </a:buClr>
              <a:buSzPts val="4200"/>
              <a:buNone/>
              <a:defRPr b="0" sz="4200">
                <a:solidFill>
                  <a:srgbClr val="000000"/>
                </a:solidFill>
              </a:defRPr>
            </a:lvl3pPr>
            <a:lvl4pPr lvl="3" rtl="0" algn="ctr">
              <a:spcBef>
                <a:spcPts val="0"/>
              </a:spcBef>
              <a:spcAft>
                <a:spcPts val="0"/>
              </a:spcAft>
              <a:buClr>
                <a:srgbClr val="000000"/>
              </a:buClr>
              <a:buSzPts val="4200"/>
              <a:buNone/>
              <a:defRPr b="0" sz="4200">
                <a:solidFill>
                  <a:srgbClr val="000000"/>
                </a:solidFill>
              </a:defRPr>
            </a:lvl4pPr>
            <a:lvl5pPr lvl="4" rtl="0" algn="ctr">
              <a:spcBef>
                <a:spcPts val="0"/>
              </a:spcBef>
              <a:spcAft>
                <a:spcPts val="0"/>
              </a:spcAft>
              <a:buClr>
                <a:srgbClr val="000000"/>
              </a:buClr>
              <a:buSzPts val="4200"/>
              <a:buNone/>
              <a:defRPr b="0" sz="4200">
                <a:solidFill>
                  <a:srgbClr val="000000"/>
                </a:solidFill>
              </a:defRPr>
            </a:lvl5pPr>
            <a:lvl6pPr lvl="5" rtl="0" algn="ctr">
              <a:spcBef>
                <a:spcPts val="0"/>
              </a:spcBef>
              <a:spcAft>
                <a:spcPts val="0"/>
              </a:spcAft>
              <a:buClr>
                <a:srgbClr val="000000"/>
              </a:buClr>
              <a:buSzPts val="4200"/>
              <a:buNone/>
              <a:defRPr b="0" sz="4200">
                <a:solidFill>
                  <a:srgbClr val="000000"/>
                </a:solidFill>
              </a:defRPr>
            </a:lvl6pPr>
            <a:lvl7pPr lvl="6" rtl="0" algn="ctr">
              <a:spcBef>
                <a:spcPts val="0"/>
              </a:spcBef>
              <a:spcAft>
                <a:spcPts val="0"/>
              </a:spcAft>
              <a:buClr>
                <a:srgbClr val="000000"/>
              </a:buClr>
              <a:buSzPts val="4200"/>
              <a:buNone/>
              <a:defRPr b="0" sz="4200">
                <a:solidFill>
                  <a:srgbClr val="000000"/>
                </a:solidFill>
              </a:defRPr>
            </a:lvl7pPr>
            <a:lvl8pPr lvl="7" rtl="0" algn="ctr">
              <a:spcBef>
                <a:spcPts val="0"/>
              </a:spcBef>
              <a:spcAft>
                <a:spcPts val="0"/>
              </a:spcAft>
              <a:buClr>
                <a:srgbClr val="000000"/>
              </a:buClr>
              <a:buSzPts val="4200"/>
              <a:buNone/>
              <a:defRPr b="0" sz="4200">
                <a:solidFill>
                  <a:srgbClr val="000000"/>
                </a:solidFill>
              </a:defRPr>
            </a:lvl8pPr>
            <a:lvl9pPr lvl="8" rtl="0" algn="ctr">
              <a:spcBef>
                <a:spcPts val="0"/>
              </a:spcBef>
              <a:spcAft>
                <a:spcPts val="0"/>
              </a:spcAft>
              <a:buClr>
                <a:srgbClr val="000000"/>
              </a:buClr>
              <a:buSzPts val="4200"/>
              <a:buNone/>
              <a:defRPr b="0" sz="4200">
                <a:solidFill>
                  <a:srgbClr val="000000"/>
                </a:solidFill>
              </a:defRPr>
            </a:lvl9pPr>
          </a:lstStyle>
          <a:p/>
        </p:txBody>
      </p:sp>
      <p:sp>
        <p:nvSpPr>
          <p:cNvPr id="321" name="Google Shape;321;p26"/>
          <p:cNvSpPr txBox="1"/>
          <p:nvPr>
            <p:ph idx="1" type="subTitle"/>
          </p:nvPr>
        </p:nvSpPr>
        <p:spPr>
          <a:xfrm>
            <a:off x="5143075" y="2047475"/>
            <a:ext cx="3281100" cy="1050300"/>
          </a:xfrm>
          <a:prstGeom prst="rect">
            <a:avLst/>
          </a:prstGeom>
          <a:noFill/>
          <a:ln>
            <a:noFill/>
          </a:ln>
        </p:spPr>
        <p:txBody>
          <a:bodyPr anchorCtr="0" anchor="ctr" bIns="91425" lIns="91425" spcFirstLastPara="1" rIns="91425" wrap="square" tIns="91425">
            <a:noAutofit/>
          </a:bodyPr>
          <a:lstStyle>
            <a:lvl1pPr lvl="0" rtl="0" algn="r">
              <a:lnSpc>
                <a:spcPct val="100000"/>
              </a:lnSpc>
              <a:spcBef>
                <a:spcPts val="0"/>
              </a:spcBef>
              <a:spcAft>
                <a:spcPts val="0"/>
              </a:spcAft>
              <a:buSzPts val="2100"/>
              <a:buFont typeface="Open Sans"/>
              <a:buNone/>
              <a:defRPr>
                <a:latin typeface="Open Sans"/>
                <a:ea typeface="Open Sans"/>
                <a:cs typeface="Open Sans"/>
                <a:sym typeface="Open Sans"/>
              </a:defRPr>
            </a:lvl1pPr>
            <a:lvl2pPr lvl="1" rtl="0" algn="ctr">
              <a:lnSpc>
                <a:spcPct val="100000"/>
              </a:lnSpc>
              <a:spcBef>
                <a:spcPts val="0"/>
              </a:spcBef>
              <a:spcAft>
                <a:spcPts val="0"/>
              </a:spcAft>
              <a:buSzPts val="2100"/>
              <a:buFont typeface="Open Sans"/>
              <a:buNone/>
              <a:defRPr sz="2100">
                <a:latin typeface="Open Sans"/>
                <a:ea typeface="Open Sans"/>
                <a:cs typeface="Open Sans"/>
                <a:sym typeface="Open Sans"/>
              </a:defRPr>
            </a:lvl2pPr>
            <a:lvl3pPr lvl="2" rtl="0" algn="ctr">
              <a:lnSpc>
                <a:spcPct val="100000"/>
              </a:lnSpc>
              <a:spcBef>
                <a:spcPts val="0"/>
              </a:spcBef>
              <a:spcAft>
                <a:spcPts val="0"/>
              </a:spcAft>
              <a:buSzPts val="2100"/>
              <a:buFont typeface="Open Sans"/>
              <a:buNone/>
              <a:defRPr sz="2100">
                <a:latin typeface="Open Sans"/>
                <a:ea typeface="Open Sans"/>
                <a:cs typeface="Open Sans"/>
                <a:sym typeface="Open Sans"/>
              </a:defRPr>
            </a:lvl3pPr>
            <a:lvl4pPr lvl="3" rtl="0" algn="ctr">
              <a:lnSpc>
                <a:spcPct val="100000"/>
              </a:lnSpc>
              <a:spcBef>
                <a:spcPts val="0"/>
              </a:spcBef>
              <a:spcAft>
                <a:spcPts val="0"/>
              </a:spcAft>
              <a:buSzPts val="2100"/>
              <a:buFont typeface="Open Sans"/>
              <a:buNone/>
              <a:defRPr sz="2100">
                <a:latin typeface="Open Sans"/>
                <a:ea typeface="Open Sans"/>
                <a:cs typeface="Open Sans"/>
                <a:sym typeface="Open Sans"/>
              </a:defRPr>
            </a:lvl4pPr>
            <a:lvl5pPr lvl="4" rtl="0" algn="ctr">
              <a:lnSpc>
                <a:spcPct val="100000"/>
              </a:lnSpc>
              <a:spcBef>
                <a:spcPts val="0"/>
              </a:spcBef>
              <a:spcAft>
                <a:spcPts val="0"/>
              </a:spcAft>
              <a:buSzPts val="2100"/>
              <a:buFont typeface="Open Sans"/>
              <a:buNone/>
              <a:defRPr sz="2100">
                <a:latin typeface="Open Sans"/>
                <a:ea typeface="Open Sans"/>
                <a:cs typeface="Open Sans"/>
                <a:sym typeface="Open Sans"/>
              </a:defRPr>
            </a:lvl5pPr>
            <a:lvl6pPr lvl="5" rtl="0" algn="ctr">
              <a:lnSpc>
                <a:spcPct val="100000"/>
              </a:lnSpc>
              <a:spcBef>
                <a:spcPts val="0"/>
              </a:spcBef>
              <a:spcAft>
                <a:spcPts val="0"/>
              </a:spcAft>
              <a:buSzPts val="2100"/>
              <a:buFont typeface="Open Sans"/>
              <a:buNone/>
              <a:defRPr sz="2100">
                <a:latin typeface="Open Sans"/>
                <a:ea typeface="Open Sans"/>
                <a:cs typeface="Open Sans"/>
                <a:sym typeface="Open Sans"/>
              </a:defRPr>
            </a:lvl6pPr>
            <a:lvl7pPr lvl="6" rtl="0" algn="ctr">
              <a:lnSpc>
                <a:spcPct val="100000"/>
              </a:lnSpc>
              <a:spcBef>
                <a:spcPts val="0"/>
              </a:spcBef>
              <a:spcAft>
                <a:spcPts val="0"/>
              </a:spcAft>
              <a:buSzPts val="2100"/>
              <a:buFont typeface="Open Sans"/>
              <a:buNone/>
              <a:defRPr sz="2100">
                <a:latin typeface="Open Sans"/>
                <a:ea typeface="Open Sans"/>
                <a:cs typeface="Open Sans"/>
                <a:sym typeface="Open Sans"/>
              </a:defRPr>
            </a:lvl7pPr>
            <a:lvl8pPr lvl="7" rtl="0" algn="ctr">
              <a:lnSpc>
                <a:spcPct val="100000"/>
              </a:lnSpc>
              <a:spcBef>
                <a:spcPts val="0"/>
              </a:spcBef>
              <a:spcAft>
                <a:spcPts val="0"/>
              </a:spcAft>
              <a:buSzPts val="2100"/>
              <a:buFont typeface="Open Sans"/>
              <a:buNone/>
              <a:defRPr sz="2100">
                <a:latin typeface="Open Sans"/>
                <a:ea typeface="Open Sans"/>
                <a:cs typeface="Open Sans"/>
                <a:sym typeface="Open Sans"/>
              </a:defRPr>
            </a:lvl8pPr>
            <a:lvl9pPr lvl="8" rtl="0" algn="ctr">
              <a:lnSpc>
                <a:spcPct val="100000"/>
              </a:lnSpc>
              <a:spcBef>
                <a:spcPts val="0"/>
              </a:spcBef>
              <a:spcAft>
                <a:spcPts val="0"/>
              </a:spcAft>
              <a:buSzPts val="2100"/>
              <a:buFont typeface="Open Sans"/>
              <a:buNone/>
              <a:defRPr sz="2100">
                <a:latin typeface="Open Sans"/>
                <a:ea typeface="Open Sans"/>
                <a:cs typeface="Open Sans"/>
                <a:sym typeface="Open Sans"/>
              </a:defRPr>
            </a:lvl9pPr>
          </a:lstStyle>
          <a:p/>
        </p:txBody>
      </p:sp>
      <p:sp>
        <p:nvSpPr>
          <p:cNvPr id="322" name="Google Shape;322;p26"/>
          <p:cNvSpPr txBox="1"/>
          <p:nvPr/>
        </p:nvSpPr>
        <p:spPr>
          <a:xfrm>
            <a:off x="4955900" y="3116825"/>
            <a:ext cx="3468900" cy="817200"/>
          </a:xfrm>
          <a:prstGeom prst="rect">
            <a:avLst/>
          </a:prstGeom>
          <a:noFill/>
          <a:ln>
            <a:noFill/>
          </a:ln>
        </p:spPr>
        <p:txBody>
          <a:bodyPr anchorCtr="0" anchor="t" bIns="91425" lIns="91425" spcFirstLastPara="1" rIns="91425" wrap="square" tIns="91425">
            <a:noAutofit/>
          </a:bodyPr>
          <a:lstStyle/>
          <a:p>
            <a:pPr indent="0" lvl="0" marL="0" rtl="0" algn="r">
              <a:spcBef>
                <a:spcPts val="300"/>
              </a:spcBef>
              <a:spcAft>
                <a:spcPts val="0"/>
              </a:spcAft>
              <a:buNone/>
            </a:pPr>
            <a:r>
              <a:rPr lang="en" sz="1200">
                <a:latin typeface="Open Sans"/>
                <a:ea typeface="Open Sans"/>
                <a:cs typeface="Open Sans"/>
                <a:sym typeface="Open Sans"/>
              </a:rPr>
              <a:t xml:space="preserve">CREDITS: This presentation template was created by </a:t>
            </a:r>
            <a:r>
              <a:rPr lang="en" sz="1200">
                <a:uFill>
                  <a:noFill/>
                </a:uFill>
                <a:latin typeface="Open Sans"/>
                <a:ea typeface="Open Sans"/>
                <a:cs typeface="Open Sans"/>
                <a:sym typeface="Open Sans"/>
                <a:hlinkClick r:id="rId2"/>
              </a:rPr>
              <a:t>Slidesgo</a:t>
            </a:r>
            <a:r>
              <a:rPr lang="en" sz="1200">
                <a:latin typeface="Open Sans"/>
                <a:ea typeface="Open Sans"/>
                <a:cs typeface="Open Sans"/>
                <a:sym typeface="Open Sans"/>
              </a:rPr>
              <a:t xml:space="preserve">, including icons by </a:t>
            </a:r>
            <a:r>
              <a:rPr lang="en" sz="1200">
                <a:uFill>
                  <a:noFill/>
                </a:uFill>
                <a:latin typeface="Open Sans"/>
                <a:ea typeface="Open Sans"/>
                <a:cs typeface="Open Sans"/>
                <a:sym typeface="Open Sans"/>
                <a:hlinkClick r:id="rId3"/>
              </a:rPr>
              <a:t>Flaticon</a:t>
            </a:r>
            <a:r>
              <a:rPr lang="en" sz="1200">
                <a:latin typeface="Open Sans"/>
                <a:ea typeface="Open Sans"/>
                <a:cs typeface="Open Sans"/>
                <a:sym typeface="Open Sans"/>
              </a:rPr>
              <a:t xml:space="preserve">, infographics &amp; images by </a:t>
            </a:r>
            <a:r>
              <a:rPr lang="en" sz="1200">
                <a:uFill>
                  <a:noFill/>
                </a:uFill>
                <a:latin typeface="Open Sans"/>
                <a:ea typeface="Open Sans"/>
                <a:cs typeface="Open Sans"/>
                <a:sym typeface="Open Sans"/>
                <a:hlinkClick r:id="rId4"/>
              </a:rPr>
              <a:t>Freepik</a:t>
            </a:r>
            <a:r>
              <a:rPr lang="en" sz="1200">
                <a:latin typeface="Open Sans"/>
                <a:ea typeface="Open Sans"/>
                <a:cs typeface="Open Sans"/>
                <a:sym typeface="Open Sans"/>
              </a:rPr>
              <a:t xml:space="preserve"> </a:t>
            </a:r>
            <a:endParaRPr sz="1200">
              <a:latin typeface="Open Sans"/>
              <a:ea typeface="Open Sans"/>
              <a:cs typeface="Open Sans"/>
              <a:sym typeface="Open Sans"/>
            </a:endParaRPr>
          </a:p>
          <a:p>
            <a:pPr indent="0" lvl="0" marL="0" rtl="0" algn="r">
              <a:lnSpc>
                <a:spcPct val="115000"/>
              </a:lnSpc>
              <a:spcBef>
                <a:spcPts val="300"/>
              </a:spcBef>
              <a:spcAft>
                <a:spcPts val="0"/>
              </a:spcAft>
              <a:buNone/>
            </a:pPr>
            <a:r>
              <a:t/>
            </a:r>
            <a:endParaRPr sz="1200">
              <a:latin typeface="Open Sans"/>
              <a:ea typeface="Open Sans"/>
              <a:cs typeface="Open Sans"/>
              <a:sym typeface="Open Sans"/>
            </a:endParaRPr>
          </a:p>
        </p:txBody>
      </p:sp>
      <p:sp>
        <p:nvSpPr>
          <p:cNvPr id="323" name="Google Shape;323;p26"/>
          <p:cNvSpPr/>
          <p:nvPr/>
        </p:nvSpPr>
        <p:spPr>
          <a:xfrm>
            <a:off x="7797254" y="2961275"/>
            <a:ext cx="2928383" cy="200304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6"/>
          <p:cNvSpPr/>
          <p:nvPr/>
        </p:nvSpPr>
        <p:spPr>
          <a:xfrm>
            <a:off x="5913063" y="3954764"/>
            <a:ext cx="4240009" cy="2759489"/>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6"/>
          <p:cNvSpPr/>
          <p:nvPr/>
        </p:nvSpPr>
        <p:spPr>
          <a:xfrm rot="10800000">
            <a:off x="-721496" y="-496051"/>
            <a:ext cx="4474346" cy="331545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6"/>
          <p:cNvSpPr/>
          <p:nvPr/>
        </p:nvSpPr>
        <p:spPr>
          <a:xfrm rot="10800000">
            <a:off x="-620564" y="-1343025"/>
            <a:ext cx="3906889" cy="2542822"/>
          </a:xfrm>
          <a:custGeom>
            <a:rect b="b" l="l" r="r" t="t"/>
            <a:pathLst>
              <a:path extrusionOk="0" h="137785" w="219519">
                <a:moveTo>
                  <a:pt x="219519" y="1"/>
                </a:moveTo>
                <a:cubicBezTo>
                  <a:pt x="219517" y="1"/>
                  <a:pt x="182466" y="16597"/>
                  <a:pt x="154715" y="21855"/>
                </a:cubicBezTo>
                <a:cubicBezTo>
                  <a:pt x="126933" y="27144"/>
                  <a:pt x="97875" y="26597"/>
                  <a:pt x="80975" y="58877"/>
                </a:cubicBezTo>
                <a:cubicBezTo>
                  <a:pt x="64075" y="91127"/>
                  <a:pt x="46142" y="103650"/>
                  <a:pt x="23922" y="110276"/>
                </a:cubicBezTo>
                <a:cubicBezTo>
                  <a:pt x="1703" y="116933"/>
                  <a:pt x="1" y="137784"/>
                  <a:pt x="1" y="137784"/>
                </a:cubicBezTo>
                <a:lnTo>
                  <a:pt x="207725" y="137784"/>
                </a:lnTo>
                <a:lnTo>
                  <a:pt x="2195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6"/>
          <p:cNvSpPr/>
          <p:nvPr/>
        </p:nvSpPr>
        <p:spPr>
          <a:xfrm>
            <a:off x="5408013" y="923925"/>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6"/>
          <p:cNvSpPr/>
          <p:nvPr/>
        </p:nvSpPr>
        <p:spPr>
          <a:xfrm>
            <a:off x="3887050" y="3011350"/>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6"/>
          <p:cNvSpPr/>
          <p:nvPr/>
        </p:nvSpPr>
        <p:spPr>
          <a:xfrm>
            <a:off x="8801413" y="1698138"/>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6"/>
          <p:cNvSpPr/>
          <p:nvPr/>
        </p:nvSpPr>
        <p:spPr>
          <a:xfrm>
            <a:off x="828100" y="923925"/>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6"/>
          <p:cNvSpPr/>
          <p:nvPr/>
        </p:nvSpPr>
        <p:spPr>
          <a:xfrm>
            <a:off x="4783425" y="4807563"/>
            <a:ext cx="91500" cy="9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6"/>
          <p:cNvSpPr/>
          <p:nvPr/>
        </p:nvSpPr>
        <p:spPr>
          <a:xfrm>
            <a:off x="2295250" y="156150"/>
            <a:ext cx="91500" cy="9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Lato"/>
              <a:buNone/>
              <a:defRPr sz="3300">
                <a:solidFill>
                  <a:schemeClr val="dk1"/>
                </a:solidFill>
                <a:latin typeface="Lato"/>
                <a:ea typeface="Lato"/>
                <a:cs typeface="Lato"/>
                <a:sym typeface="La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1"/>
              </a:buClr>
              <a:buSzPts val="1400"/>
              <a:buFont typeface="Open Sans Light"/>
              <a:buChar char="○"/>
              <a:defRPr>
                <a:solidFill>
                  <a:schemeClr val="dk1"/>
                </a:solidFill>
                <a:latin typeface="Open Sans Light"/>
                <a:ea typeface="Open Sans Light"/>
                <a:cs typeface="Open Sans Light"/>
                <a:sym typeface="Open Sans Light"/>
              </a:defRPr>
            </a:lvl8pPr>
            <a:lvl9pPr indent="-317500" lvl="8" marL="4114800" rtl="0">
              <a:lnSpc>
                <a:spcPct val="115000"/>
              </a:lnSpc>
              <a:spcBef>
                <a:spcPts val="1600"/>
              </a:spcBef>
              <a:spcAft>
                <a:spcPts val="1600"/>
              </a:spcAft>
              <a:buClr>
                <a:schemeClr val="dk1"/>
              </a:buClr>
              <a:buSzPts val="1400"/>
              <a:buChar char="■"/>
              <a:defRPr>
                <a:solidFill>
                  <a:schemeClr val="dk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7.jpg"/></Relationships>
</file>

<file path=ppt/slides/_rels/slide3.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9" name="Shape 409"/>
        <p:cNvGrpSpPr/>
        <p:nvPr/>
      </p:nvGrpSpPr>
      <p:grpSpPr>
        <a:xfrm>
          <a:off x="0" y="0"/>
          <a:ext cx="0" cy="0"/>
          <a:chOff x="0" y="0"/>
          <a:chExt cx="0" cy="0"/>
        </a:xfrm>
      </p:grpSpPr>
      <p:sp>
        <p:nvSpPr>
          <p:cNvPr id="410" name="Google Shape;410;p28"/>
          <p:cNvSpPr txBox="1"/>
          <p:nvPr>
            <p:ph idx="15" type="title"/>
          </p:nvPr>
        </p:nvSpPr>
        <p:spPr>
          <a:xfrm>
            <a:off x="714375" y="390807"/>
            <a:ext cx="77151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Academic &amp; Task Calendar Assistant — BTE 440 Group 3</a:t>
            </a:r>
            <a:endParaRPr/>
          </a:p>
        </p:txBody>
      </p:sp>
      <p:sp>
        <p:nvSpPr>
          <p:cNvPr id="411" name="Google Shape;411;p28"/>
          <p:cNvSpPr txBox="1"/>
          <p:nvPr>
            <p:ph idx="1" type="subTitle"/>
          </p:nvPr>
        </p:nvSpPr>
        <p:spPr>
          <a:xfrm>
            <a:off x="1786846" y="1294838"/>
            <a:ext cx="2582100" cy="44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Leonardo Rastelli</a:t>
            </a:r>
            <a:endParaRPr/>
          </a:p>
        </p:txBody>
      </p:sp>
      <p:sp>
        <p:nvSpPr>
          <p:cNvPr id="412" name="Google Shape;412;p28"/>
          <p:cNvSpPr txBox="1"/>
          <p:nvPr>
            <p:ph idx="2" type="subTitle"/>
          </p:nvPr>
        </p:nvSpPr>
        <p:spPr>
          <a:xfrm>
            <a:off x="1786832" y="1717804"/>
            <a:ext cx="2228700" cy="50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CEO</a:t>
            </a:r>
            <a:endParaRPr/>
          </a:p>
        </p:txBody>
      </p:sp>
      <p:sp>
        <p:nvSpPr>
          <p:cNvPr id="413" name="Google Shape;413;p28"/>
          <p:cNvSpPr txBox="1"/>
          <p:nvPr>
            <p:ph idx="4" type="subTitle"/>
          </p:nvPr>
        </p:nvSpPr>
        <p:spPr>
          <a:xfrm>
            <a:off x="1826179" y="3367386"/>
            <a:ext cx="2582100" cy="44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 Andrea Mendez</a:t>
            </a:r>
            <a:endParaRPr/>
          </a:p>
        </p:txBody>
      </p:sp>
      <p:sp>
        <p:nvSpPr>
          <p:cNvPr id="414" name="Google Shape;414;p28"/>
          <p:cNvSpPr txBox="1"/>
          <p:nvPr>
            <p:ph idx="5" type="subTitle"/>
          </p:nvPr>
        </p:nvSpPr>
        <p:spPr>
          <a:xfrm>
            <a:off x="1826165" y="3757814"/>
            <a:ext cx="2228700" cy="50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a:t>CMO</a:t>
            </a:r>
            <a:endParaRPr/>
          </a:p>
        </p:txBody>
      </p:sp>
      <p:sp>
        <p:nvSpPr>
          <p:cNvPr id="415" name="Google Shape;415;p28"/>
          <p:cNvSpPr txBox="1"/>
          <p:nvPr>
            <p:ph idx="7" type="subTitle"/>
          </p:nvPr>
        </p:nvSpPr>
        <p:spPr>
          <a:xfrm>
            <a:off x="5907710" y="1305348"/>
            <a:ext cx="2582100" cy="44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Jonathan Bergbaum</a:t>
            </a:r>
            <a:endParaRPr/>
          </a:p>
        </p:txBody>
      </p:sp>
      <p:sp>
        <p:nvSpPr>
          <p:cNvPr id="416" name="Google Shape;416;p28"/>
          <p:cNvSpPr txBox="1"/>
          <p:nvPr>
            <p:ph idx="8" type="subTitle"/>
          </p:nvPr>
        </p:nvSpPr>
        <p:spPr>
          <a:xfrm>
            <a:off x="5993096" y="1802614"/>
            <a:ext cx="2228700" cy="50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a:t>COO</a:t>
            </a:r>
            <a:endParaRPr/>
          </a:p>
        </p:txBody>
      </p:sp>
      <p:grpSp>
        <p:nvGrpSpPr>
          <p:cNvPr id="417" name="Google Shape;417;p28"/>
          <p:cNvGrpSpPr/>
          <p:nvPr/>
        </p:nvGrpSpPr>
        <p:grpSpPr>
          <a:xfrm>
            <a:off x="8147180" y="-4"/>
            <a:ext cx="1339491" cy="1401716"/>
            <a:chOff x="11072705" y="-611638"/>
            <a:chExt cx="630883" cy="660190"/>
          </a:xfrm>
        </p:grpSpPr>
        <p:sp>
          <p:nvSpPr>
            <p:cNvPr id="418" name="Google Shape;418;p28"/>
            <p:cNvSpPr/>
            <p:nvPr/>
          </p:nvSpPr>
          <p:spPr>
            <a:xfrm>
              <a:off x="11072705" y="-581030"/>
              <a:ext cx="630883" cy="629583"/>
            </a:xfrm>
            <a:custGeom>
              <a:rect b="b" l="l" r="r" t="t"/>
              <a:pathLst>
                <a:path extrusionOk="0" h="15016" w="15047">
                  <a:moveTo>
                    <a:pt x="7509" y="0"/>
                  </a:moveTo>
                  <a:cubicBezTo>
                    <a:pt x="3375" y="0"/>
                    <a:pt x="1" y="3344"/>
                    <a:pt x="1" y="7508"/>
                  </a:cubicBezTo>
                  <a:cubicBezTo>
                    <a:pt x="1" y="11642"/>
                    <a:pt x="3375" y="15016"/>
                    <a:pt x="7509" y="15016"/>
                  </a:cubicBezTo>
                  <a:cubicBezTo>
                    <a:pt x="11673" y="15016"/>
                    <a:pt x="15047" y="11642"/>
                    <a:pt x="15047" y="7508"/>
                  </a:cubicBezTo>
                  <a:cubicBezTo>
                    <a:pt x="15047" y="3344"/>
                    <a:pt x="11673" y="0"/>
                    <a:pt x="750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11072705" y="-611638"/>
              <a:ext cx="630883" cy="630883"/>
            </a:xfrm>
            <a:custGeom>
              <a:rect b="b" l="l" r="r" t="t"/>
              <a:pathLst>
                <a:path extrusionOk="0" h="15047" w="15047">
                  <a:moveTo>
                    <a:pt x="7509" y="1"/>
                  </a:moveTo>
                  <a:cubicBezTo>
                    <a:pt x="3375" y="1"/>
                    <a:pt x="1" y="3375"/>
                    <a:pt x="1" y="7539"/>
                  </a:cubicBezTo>
                  <a:cubicBezTo>
                    <a:pt x="1" y="11673"/>
                    <a:pt x="3375" y="15047"/>
                    <a:pt x="7509" y="15047"/>
                  </a:cubicBezTo>
                  <a:cubicBezTo>
                    <a:pt x="11673" y="15047"/>
                    <a:pt x="15047" y="11673"/>
                    <a:pt x="15047" y="7539"/>
                  </a:cubicBezTo>
                  <a:cubicBezTo>
                    <a:pt x="15047" y="3375"/>
                    <a:pt x="11673" y="1"/>
                    <a:pt x="75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11072705" y="-611638"/>
              <a:ext cx="630883" cy="630883"/>
            </a:xfrm>
            <a:custGeom>
              <a:rect b="b" l="l" r="r" t="t"/>
              <a:pathLst>
                <a:path extrusionOk="0" fill="none" h="15047" w="15047">
                  <a:moveTo>
                    <a:pt x="15047" y="7539"/>
                  </a:moveTo>
                  <a:cubicBezTo>
                    <a:pt x="15047" y="11673"/>
                    <a:pt x="11673" y="15047"/>
                    <a:pt x="7509" y="15047"/>
                  </a:cubicBezTo>
                  <a:cubicBezTo>
                    <a:pt x="3375" y="15047"/>
                    <a:pt x="1" y="11673"/>
                    <a:pt x="1" y="7539"/>
                  </a:cubicBezTo>
                  <a:cubicBezTo>
                    <a:pt x="1" y="3375"/>
                    <a:pt x="3375" y="1"/>
                    <a:pt x="7509" y="1"/>
                  </a:cubicBezTo>
                  <a:cubicBezTo>
                    <a:pt x="11673" y="1"/>
                    <a:pt x="15047" y="3375"/>
                    <a:pt x="15047" y="7539"/>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8"/>
            <p:cNvSpPr/>
            <p:nvPr/>
          </p:nvSpPr>
          <p:spPr>
            <a:xfrm>
              <a:off x="11373493" y="-549166"/>
              <a:ext cx="29349" cy="29349"/>
            </a:xfrm>
            <a:custGeom>
              <a:rect b="b" l="l" r="r" t="t"/>
              <a:pathLst>
                <a:path extrusionOk="0" h="700" w="700">
                  <a:moveTo>
                    <a:pt x="365" y="0"/>
                  </a:moveTo>
                  <a:cubicBezTo>
                    <a:pt x="152" y="0"/>
                    <a:pt x="0" y="152"/>
                    <a:pt x="0" y="335"/>
                  </a:cubicBezTo>
                  <a:cubicBezTo>
                    <a:pt x="0" y="517"/>
                    <a:pt x="152" y="699"/>
                    <a:pt x="365" y="699"/>
                  </a:cubicBezTo>
                  <a:cubicBezTo>
                    <a:pt x="547" y="699"/>
                    <a:pt x="699" y="517"/>
                    <a:pt x="699" y="335"/>
                  </a:cubicBezTo>
                  <a:cubicBezTo>
                    <a:pt x="699" y="152"/>
                    <a:pt x="547" y="0"/>
                    <a:pt x="36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p:nvPr/>
          </p:nvSpPr>
          <p:spPr>
            <a:xfrm>
              <a:off x="11252406" y="-517804"/>
              <a:ext cx="33165" cy="29098"/>
            </a:xfrm>
            <a:custGeom>
              <a:rect b="b" l="l" r="r" t="t"/>
              <a:pathLst>
                <a:path extrusionOk="0" h="694" w="791">
                  <a:moveTo>
                    <a:pt x="381" y="1"/>
                  </a:moveTo>
                  <a:cubicBezTo>
                    <a:pt x="326" y="1"/>
                    <a:pt x="270" y="14"/>
                    <a:pt x="213" y="43"/>
                  </a:cubicBezTo>
                  <a:cubicBezTo>
                    <a:pt x="62" y="164"/>
                    <a:pt x="1" y="377"/>
                    <a:pt x="92" y="529"/>
                  </a:cubicBezTo>
                  <a:cubicBezTo>
                    <a:pt x="154" y="632"/>
                    <a:pt x="272" y="693"/>
                    <a:pt x="389" y="693"/>
                  </a:cubicBezTo>
                  <a:cubicBezTo>
                    <a:pt x="444" y="693"/>
                    <a:pt x="499" y="680"/>
                    <a:pt x="548" y="650"/>
                  </a:cubicBezTo>
                  <a:cubicBezTo>
                    <a:pt x="730" y="559"/>
                    <a:pt x="791" y="347"/>
                    <a:pt x="700" y="195"/>
                  </a:cubicBezTo>
                  <a:cubicBezTo>
                    <a:pt x="616" y="69"/>
                    <a:pt x="503" y="1"/>
                    <a:pt x="3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11164484" y="-429882"/>
              <a:ext cx="33165" cy="29098"/>
            </a:xfrm>
            <a:custGeom>
              <a:rect b="b" l="l" r="r" t="t"/>
              <a:pathLst>
                <a:path extrusionOk="0" h="694" w="791">
                  <a:moveTo>
                    <a:pt x="398" y="0"/>
                  </a:moveTo>
                  <a:cubicBezTo>
                    <a:pt x="272" y="0"/>
                    <a:pt x="154" y="61"/>
                    <a:pt x="92" y="164"/>
                  </a:cubicBezTo>
                  <a:cubicBezTo>
                    <a:pt x="0" y="347"/>
                    <a:pt x="61" y="560"/>
                    <a:pt x="213" y="651"/>
                  </a:cubicBezTo>
                  <a:cubicBezTo>
                    <a:pt x="272" y="680"/>
                    <a:pt x="333" y="694"/>
                    <a:pt x="393" y="694"/>
                  </a:cubicBezTo>
                  <a:cubicBezTo>
                    <a:pt x="519" y="694"/>
                    <a:pt x="638" y="632"/>
                    <a:pt x="700" y="529"/>
                  </a:cubicBezTo>
                  <a:cubicBezTo>
                    <a:pt x="791" y="347"/>
                    <a:pt x="730" y="134"/>
                    <a:pt x="578" y="43"/>
                  </a:cubicBezTo>
                  <a:cubicBezTo>
                    <a:pt x="519" y="14"/>
                    <a:pt x="458" y="0"/>
                    <a:pt x="39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p:cNvSpPr/>
            <p:nvPr/>
          </p:nvSpPr>
          <p:spPr>
            <a:xfrm>
              <a:off x="11133877" y="-310850"/>
              <a:ext cx="29391" cy="29349"/>
            </a:xfrm>
            <a:custGeom>
              <a:rect b="b" l="l" r="r" t="t"/>
              <a:pathLst>
                <a:path extrusionOk="0" h="700" w="701">
                  <a:moveTo>
                    <a:pt x="366" y="0"/>
                  </a:moveTo>
                  <a:cubicBezTo>
                    <a:pt x="183" y="0"/>
                    <a:pt x="1" y="152"/>
                    <a:pt x="31" y="365"/>
                  </a:cubicBezTo>
                  <a:cubicBezTo>
                    <a:pt x="31" y="547"/>
                    <a:pt x="183" y="699"/>
                    <a:pt x="366" y="699"/>
                  </a:cubicBezTo>
                  <a:cubicBezTo>
                    <a:pt x="548" y="699"/>
                    <a:pt x="700" y="547"/>
                    <a:pt x="700" y="365"/>
                  </a:cubicBezTo>
                  <a:cubicBezTo>
                    <a:pt x="700" y="183"/>
                    <a:pt x="548" y="0"/>
                    <a:pt x="36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
            <p:cNvSpPr/>
            <p:nvPr/>
          </p:nvSpPr>
          <p:spPr>
            <a:xfrm>
              <a:off x="11164484" y="-190308"/>
              <a:ext cx="33165" cy="28678"/>
            </a:xfrm>
            <a:custGeom>
              <a:rect b="b" l="l" r="r" t="t"/>
              <a:pathLst>
                <a:path extrusionOk="0" h="684" w="791">
                  <a:moveTo>
                    <a:pt x="393" y="0"/>
                  </a:moveTo>
                  <a:cubicBezTo>
                    <a:pt x="333" y="0"/>
                    <a:pt x="272" y="14"/>
                    <a:pt x="213" y="43"/>
                  </a:cubicBezTo>
                  <a:cubicBezTo>
                    <a:pt x="61" y="134"/>
                    <a:pt x="0" y="347"/>
                    <a:pt x="92" y="499"/>
                  </a:cubicBezTo>
                  <a:cubicBezTo>
                    <a:pt x="150" y="617"/>
                    <a:pt x="260" y="684"/>
                    <a:pt x="379" y="684"/>
                  </a:cubicBezTo>
                  <a:cubicBezTo>
                    <a:pt x="445" y="684"/>
                    <a:pt x="513" y="664"/>
                    <a:pt x="578" y="621"/>
                  </a:cubicBezTo>
                  <a:cubicBezTo>
                    <a:pt x="730" y="530"/>
                    <a:pt x="791" y="317"/>
                    <a:pt x="700" y="165"/>
                  </a:cubicBezTo>
                  <a:cubicBezTo>
                    <a:pt x="638" y="62"/>
                    <a:pt x="519" y="0"/>
                    <a:pt x="3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11252406" y="-103602"/>
              <a:ext cx="33165" cy="29056"/>
            </a:xfrm>
            <a:custGeom>
              <a:rect b="b" l="l" r="r" t="t"/>
              <a:pathLst>
                <a:path extrusionOk="0" h="693" w="791">
                  <a:moveTo>
                    <a:pt x="395" y="0"/>
                  </a:moveTo>
                  <a:cubicBezTo>
                    <a:pt x="276" y="0"/>
                    <a:pt x="155" y="68"/>
                    <a:pt x="92" y="194"/>
                  </a:cubicBezTo>
                  <a:cubicBezTo>
                    <a:pt x="1" y="346"/>
                    <a:pt x="62" y="559"/>
                    <a:pt x="213" y="650"/>
                  </a:cubicBezTo>
                  <a:cubicBezTo>
                    <a:pt x="262" y="679"/>
                    <a:pt x="317" y="693"/>
                    <a:pt x="373" y="693"/>
                  </a:cubicBezTo>
                  <a:cubicBezTo>
                    <a:pt x="493" y="693"/>
                    <a:pt x="617" y="632"/>
                    <a:pt x="700" y="528"/>
                  </a:cubicBezTo>
                  <a:cubicBezTo>
                    <a:pt x="791" y="376"/>
                    <a:pt x="730" y="164"/>
                    <a:pt x="548" y="42"/>
                  </a:cubicBezTo>
                  <a:cubicBezTo>
                    <a:pt x="501" y="14"/>
                    <a:pt x="448" y="0"/>
                    <a:pt x="39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11373493" y="-71276"/>
              <a:ext cx="29349" cy="29349"/>
            </a:xfrm>
            <a:custGeom>
              <a:rect b="b" l="l" r="r" t="t"/>
              <a:pathLst>
                <a:path extrusionOk="0" h="700" w="700">
                  <a:moveTo>
                    <a:pt x="365" y="1"/>
                  </a:moveTo>
                  <a:cubicBezTo>
                    <a:pt x="152" y="1"/>
                    <a:pt x="0" y="153"/>
                    <a:pt x="0" y="335"/>
                  </a:cubicBezTo>
                  <a:cubicBezTo>
                    <a:pt x="0" y="548"/>
                    <a:pt x="152" y="700"/>
                    <a:pt x="365" y="700"/>
                  </a:cubicBezTo>
                  <a:cubicBezTo>
                    <a:pt x="547" y="700"/>
                    <a:pt x="699" y="548"/>
                    <a:pt x="699" y="335"/>
                  </a:cubicBezTo>
                  <a:cubicBezTo>
                    <a:pt x="699" y="153"/>
                    <a:pt x="547" y="1"/>
                    <a:pt x="3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11490722" y="-103602"/>
              <a:ext cx="33165" cy="29056"/>
            </a:xfrm>
            <a:custGeom>
              <a:rect b="b" l="l" r="r" t="t"/>
              <a:pathLst>
                <a:path extrusionOk="0" h="693" w="791">
                  <a:moveTo>
                    <a:pt x="397" y="0"/>
                  </a:moveTo>
                  <a:cubicBezTo>
                    <a:pt x="344" y="0"/>
                    <a:pt x="291" y="14"/>
                    <a:pt x="244" y="42"/>
                  </a:cubicBezTo>
                  <a:cubicBezTo>
                    <a:pt x="62" y="164"/>
                    <a:pt x="1" y="376"/>
                    <a:pt x="122" y="528"/>
                  </a:cubicBezTo>
                  <a:cubicBezTo>
                    <a:pt x="184" y="632"/>
                    <a:pt x="302" y="693"/>
                    <a:pt x="419" y="693"/>
                  </a:cubicBezTo>
                  <a:cubicBezTo>
                    <a:pt x="475" y="693"/>
                    <a:pt x="530" y="679"/>
                    <a:pt x="578" y="650"/>
                  </a:cubicBezTo>
                  <a:cubicBezTo>
                    <a:pt x="730" y="559"/>
                    <a:pt x="791" y="346"/>
                    <a:pt x="700" y="194"/>
                  </a:cubicBezTo>
                  <a:cubicBezTo>
                    <a:pt x="637" y="68"/>
                    <a:pt x="516" y="0"/>
                    <a:pt x="39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p:nvPr/>
          </p:nvSpPr>
          <p:spPr>
            <a:xfrm>
              <a:off x="11578686" y="-190602"/>
              <a:ext cx="33165" cy="28972"/>
            </a:xfrm>
            <a:custGeom>
              <a:rect b="b" l="l" r="r" t="t"/>
              <a:pathLst>
                <a:path extrusionOk="0" h="691" w="791">
                  <a:moveTo>
                    <a:pt x="376" y="0"/>
                  </a:moveTo>
                  <a:cubicBezTo>
                    <a:pt x="258" y="0"/>
                    <a:pt x="150" y="55"/>
                    <a:pt x="91" y="172"/>
                  </a:cubicBezTo>
                  <a:cubicBezTo>
                    <a:pt x="0" y="324"/>
                    <a:pt x="61" y="537"/>
                    <a:pt x="213" y="628"/>
                  </a:cubicBezTo>
                  <a:cubicBezTo>
                    <a:pt x="277" y="671"/>
                    <a:pt x="346" y="691"/>
                    <a:pt x="411" y="691"/>
                  </a:cubicBezTo>
                  <a:cubicBezTo>
                    <a:pt x="531" y="691"/>
                    <a:pt x="640" y="624"/>
                    <a:pt x="699" y="506"/>
                  </a:cubicBezTo>
                  <a:cubicBezTo>
                    <a:pt x="790" y="354"/>
                    <a:pt x="730" y="141"/>
                    <a:pt x="578" y="50"/>
                  </a:cubicBezTo>
                  <a:cubicBezTo>
                    <a:pt x="512" y="18"/>
                    <a:pt x="443" y="0"/>
                    <a:pt x="37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p:nvPr/>
          </p:nvSpPr>
          <p:spPr>
            <a:xfrm>
              <a:off x="11613067" y="-310850"/>
              <a:ext cx="29349" cy="29349"/>
            </a:xfrm>
            <a:custGeom>
              <a:rect b="b" l="l" r="r" t="t"/>
              <a:pathLst>
                <a:path extrusionOk="0" h="700" w="700">
                  <a:moveTo>
                    <a:pt x="335" y="0"/>
                  </a:moveTo>
                  <a:cubicBezTo>
                    <a:pt x="153" y="0"/>
                    <a:pt x="1" y="152"/>
                    <a:pt x="1" y="365"/>
                  </a:cubicBezTo>
                  <a:cubicBezTo>
                    <a:pt x="1" y="547"/>
                    <a:pt x="153" y="699"/>
                    <a:pt x="335" y="699"/>
                  </a:cubicBezTo>
                  <a:cubicBezTo>
                    <a:pt x="517" y="699"/>
                    <a:pt x="700" y="547"/>
                    <a:pt x="700" y="365"/>
                  </a:cubicBezTo>
                  <a:cubicBezTo>
                    <a:pt x="700" y="152"/>
                    <a:pt x="517" y="0"/>
                    <a:pt x="33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11578686" y="-429882"/>
              <a:ext cx="33165" cy="29098"/>
            </a:xfrm>
            <a:custGeom>
              <a:rect b="b" l="l" r="r" t="t"/>
              <a:pathLst>
                <a:path extrusionOk="0" h="694" w="791">
                  <a:moveTo>
                    <a:pt x="393" y="0"/>
                  </a:moveTo>
                  <a:cubicBezTo>
                    <a:pt x="333" y="0"/>
                    <a:pt x="271" y="14"/>
                    <a:pt x="213" y="43"/>
                  </a:cubicBezTo>
                  <a:cubicBezTo>
                    <a:pt x="61" y="134"/>
                    <a:pt x="0" y="347"/>
                    <a:pt x="91" y="529"/>
                  </a:cubicBezTo>
                  <a:cubicBezTo>
                    <a:pt x="153" y="632"/>
                    <a:pt x="271" y="694"/>
                    <a:pt x="398" y="694"/>
                  </a:cubicBezTo>
                  <a:cubicBezTo>
                    <a:pt x="457" y="694"/>
                    <a:pt x="519" y="680"/>
                    <a:pt x="578" y="651"/>
                  </a:cubicBezTo>
                  <a:cubicBezTo>
                    <a:pt x="730" y="560"/>
                    <a:pt x="790" y="347"/>
                    <a:pt x="699" y="164"/>
                  </a:cubicBezTo>
                  <a:cubicBezTo>
                    <a:pt x="637" y="61"/>
                    <a:pt x="519" y="0"/>
                    <a:pt x="3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p:nvPr/>
          </p:nvSpPr>
          <p:spPr>
            <a:xfrm>
              <a:off x="11490722" y="-517804"/>
              <a:ext cx="33165" cy="29098"/>
            </a:xfrm>
            <a:custGeom>
              <a:rect b="b" l="l" r="r" t="t"/>
              <a:pathLst>
                <a:path extrusionOk="0" h="694" w="791">
                  <a:moveTo>
                    <a:pt x="424" y="1"/>
                  </a:moveTo>
                  <a:cubicBezTo>
                    <a:pt x="303" y="1"/>
                    <a:pt x="176" y="69"/>
                    <a:pt x="92" y="195"/>
                  </a:cubicBezTo>
                  <a:cubicBezTo>
                    <a:pt x="1" y="347"/>
                    <a:pt x="62" y="559"/>
                    <a:pt x="244" y="650"/>
                  </a:cubicBezTo>
                  <a:cubicBezTo>
                    <a:pt x="293" y="680"/>
                    <a:pt x="348" y="693"/>
                    <a:pt x="403" y="693"/>
                  </a:cubicBezTo>
                  <a:cubicBezTo>
                    <a:pt x="520" y="693"/>
                    <a:pt x="638" y="632"/>
                    <a:pt x="700" y="529"/>
                  </a:cubicBezTo>
                  <a:cubicBezTo>
                    <a:pt x="791" y="377"/>
                    <a:pt x="761" y="164"/>
                    <a:pt x="578" y="43"/>
                  </a:cubicBezTo>
                  <a:cubicBezTo>
                    <a:pt x="531" y="14"/>
                    <a:pt x="478" y="1"/>
                    <a:pt x="42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8"/>
            <p:cNvSpPr/>
            <p:nvPr/>
          </p:nvSpPr>
          <p:spPr>
            <a:xfrm>
              <a:off x="11387497" y="-476547"/>
              <a:ext cx="42" cy="181001"/>
            </a:xfrm>
            <a:custGeom>
              <a:rect b="b" l="l" r="r" t="t"/>
              <a:pathLst>
                <a:path extrusionOk="0" fill="none" h="4317" w="1">
                  <a:moveTo>
                    <a:pt x="1" y="1"/>
                  </a:moveTo>
                  <a:lnTo>
                    <a:pt x="1" y="4317"/>
                  </a:lnTo>
                </a:path>
              </a:pathLst>
            </a:custGeom>
            <a:noFill/>
            <a:ln cap="flat" cmpd="sng" w="19050">
              <a:solidFill>
                <a:srgbClr val="000000"/>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8"/>
            <p:cNvSpPr/>
            <p:nvPr/>
          </p:nvSpPr>
          <p:spPr>
            <a:xfrm>
              <a:off x="11298275" y="-295546"/>
              <a:ext cx="89264" cy="66287"/>
            </a:xfrm>
            <a:custGeom>
              <a:rect b="b" l="l" r="r" t="t"/>
              <a:pathLst>
                <a:path extrusionOk="0" fill="none" h="1581" w="2129">
                  <a:moveTo>
                    <a:pt x="1" y="1581"/>
                  </a:moveTo>
                  <a:lnTo>
                    <a:pt x="2129" y="0"/>
                  </a:lnTo>
                </a:path>
              </a:pathLst>
            </a:custGeom>
            <a:noFill/>
            <a:ln cap="flat" cmpd="sng" w="19050">
              <a:solidFill>
                <a:srgbClr val="000000"/>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35" name="Google Shape;435;p28" title="430A9244.jpg"/>
          <p:cNvPicPr preferRelativeResize="0"/>
          <p:nvPr/>
        </p:nvPicPr>
        <p:blipFill rotWithShape="1">
          <a:blip r:embed="rId3">
            <a:alphaModFix/>
          </a:blip>
          <a:srcRect b="23982" l="16537" r="16537" t="4431"/>
          <a:stretch/>
        </p:blipFill>
        <p:spPr>
          <a:xfrm>
            <a:off x="556236" y="796462"/>
            <a:ext cx="1087990" cy="1746115"/>
          </a:xfrm>
          <a:prstGeom prst="rect">
            <a:avLst/>
          </a:prstGeom>
          <a:noFill/>
          <a:ln>
            <a:noFill/>
          </a:ln>
        </p:spPr>
      </p:pic>
      <p:pic>
        <p:nvPicPr>
          <p:cNvPr id="436" name="Google Shape;436;p28" title="Screenshot 2026-02-19 at 16.26.35.png"/>
          <p:cNvPicPr preferRelativeResize="0"/>
          <p:nvPr/>
        </p:nvPicPr>
        <p:blipFill>
          <a:blip r:embed="rId4">
            <a:alphaModFix/>
          </a:blip>
          <a:stretch>
            <a:fillRect/>
          </a:stretch>
        </p:blipFill>
        <p:spPr>
          <a:xfrm>
            <a:off x="4267299" y="995112"/>
            <a:ext cx="1526300" cy="1620575"/>
          </a:xfrm>
          <a:prstGeom prst="rect">
            <a:avLst/>
          </a:prstGeom>
          <a:noFill/>
          <a:ln>
            <a:noFill/>
          </a:ln>
        </p:spPr>
      </p:pic>
      <p:pic>
        <p:nvPicPr>
          <p:cNvPr id="437" name="Google Shape;437;p28" title="Screenshot 2026-02-19 at 16.28.39.png"/>
          <p:cNvPicPr preferRelativeResize="0"/>
          <p:nvPr/>
        </p:nvPicPr>
        <p:blipFill>
          <a:blip r:embed="rId5">
            <a:alphaModFix/>
          </a:blip>
          <a:stretch>
            <a:fillRect/>
          </a:stretch>
        </p:blipFill>
        <p:spPr>
          <a:xfrm>
            <a:off x="333075" y="2931525"/>
            <a:ext cx="1377699" cy="1876051"/>
          </a:xfrm>
          <a:prstGeom prst="rect">
            <a:avLst/>
          </a:prstGeom>
          <a:noFill/>
          <a:ln>
            <a:noFill/>
          </a:ln>
        </p:spPr>
      </p:pic>
      <p:pic>
        <p:nvPicPr>
          <p:cNvPr id="438" name="Google Shape;438;p28"/>
          <p:cNvPicPr preferRelativeResize="0"/>
          <p:nvPr/>
        </p:nvPicPr>
        <p:blipFill rotWithShape="1">
          <a:blip r:embed="rId6">
            <a:alphaModFix/>
          </a:blip>
          <a:srcRect b="9297" l="12283" r="11282" t="0"/>
          <a:stretch/>
        </p:blipFill>
        <p:spPr>
          <a:xfrm>
            <a:off x="4452825" y="2806750"/>
            <a:ext cx="1377697" cy="2125598"/>
          </a:xfrm>
          <a:prstGeom prst="rect">
            <a:avLst/>
          </a:prstGeom>
          <a:noFill/>
          <a:ln>
            <a:noFill/>
          </a:ln>
        </p:spPr>
      </p:pic>
      <p:sp>
        <p:nvSpPr>
          <p:cNvPr id="439" name="Google Shape;439;p28"/>
          <p:cNvSpPr txBox="1"/>
          <p:nvPr>
            <p:ph idx="1" type="subTitle"/>
          </p:nvPr>
        </p:nvSpPr>
        <p:spPr>
          <a:xfrm>
            <a:off x="5905235" y="3502928"/>
            <a:ext cx="2582100" cy="44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xml:space="preserve">Alex Eng </a:t>
            </a:r>
            <a:endParaRPr/>
          </a:p>
        </p:txBody>
      </p:sp>
      <p:sp>
        <p:nvSpPr>
          <p:cNvPr id="440" name="Google Shape;440;p28"/>
          <p:cNvSpPr txBox="1"/>
          <p:nvPr>
            <p:ph idx="2" type="subTitle"/>
          </p:nvPr>
        </p:nvSpPr>
        <p:spPr>
          <a:xfrm>
            <a:off x="5961896" y="3870669"/>
            <a:ext cx="2228700" cy="50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CSO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4" name="Shape 444"/>
        <p:cNvGrpSpPr/>
        <p:nvPr/>
      </p:nvGrpSpPr>
      <p:grpSpPr>
        <a:xfrm>
          <a:off x="0" y="0"/>
          <a:ext cx="0" cy="0"/>
          <a:chOff x="0" y="0"/>
          <a:chExt cx="0" cy="0"/>
        </a:xfrm>
      </p:grpSpPr>
      <p:sp>
        <p:nvSpPr>
          <p:cNvPr id="445" name="Google Shape;445;p29"/>
          <p:cNvSpPr txBox="1"/>
          <p:nvPr>
            <p:ph type="title"/>
          </p:nvPr>
        </p:nvSpPr>
        <p:spPr>
          <a:xfrm>
            <a:off x="702900" y="400330"/>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Problem Statement &amp; Business-Tech Impact</a:t>
            </a:r>
            <a:endParaRPr/>
          </a:p>
        </p:txBody>
      </p:sp>
      <p:sp>
        <p:nvSpPr>
          <p:cNvPr id="446" name="Google Shape;446;p29"/>
          <p:cNvSpPr txBox="1"/>
          <p:nvPr>
            <p:ph idx="1" type="body"/>
          </p:nvPr>
        </p:nvSpPr>
        <p:spPr>
          <a:xfrm>
            <a:off x="702900" y="1000125"/>
            <a:ext cx="7738200" cy="3413100"/>
          </a:xfrm>
          <a:prstGeom prst="rect">
            <a:avLst/>
          </a:prstGeom>
        </p:spPr>
        <p:txBody>
          <a:bodyPr anchorCtr="0" anchor="t" bIns="91425" lIns="91425" spcFirstLastPara="1" rIns="98800"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
              <a:t xml:space="preserve">Problem Statement </a:t>
            </a:r>
            <a:endParaRPr b="1"/>
          </a:p>
          <a:p>
            <a:pPr indent="0" lvl="0" marL="0" rtl="0" algn="l">
              <a:spcBef>
                <a:spcPts val="0"/>
              </a:spcBef>
              <a:spcAft>
                <a:spcPts val="0"/>
              </a:spcAft>
              <a:buNone/>
            </a:pPr>
            <a:r>
              <a:t/>
            </a:r>
            <a:endParaRPr/>
          </a:p>
          <a:p>
            <a:pPr indent="-304800" lvl="0" marL="457200" rtl="0" algn="l">
              <a:spcBef>
                <a:spcPts val="0"/>
              </a:spcBef>
              <a:spcAft>
                <a:spcPts val="0"/>
              </a:spcAft>
              <a:buSzPts val="1200"/>
              <a:buChar char="●"/>
            </a:pPr>
            <a:r>
              <a:rPr lang="en"/>
              <a:t>Students juggle deadlines across Canvas, email, Google Calendar, and Slack with no unified, queryable view</a:t>
            </a:r>
            <a:br>
              <a:rPr lang="en"/>
            </a:br>
            <a:endParaRPr/>
          </a:p>
          <a:p>
            <a:pPr indent="-304800" lvl="0" marL="457200" rtl="0" algn="l">
              <a:spcBef>
                <a:spcPts val="0"/>
              </a:spcBef>
              <a:spcAft>
                <a:spcPts val="0"/>
              </a:spcAft>
              <a:buSzPts val="1200"/>
              <a:buChar char="●"/>
            </a:pPr>
            <a:r>
              <a:rPr lang="en"/>
              <a:t>Existing calendar/LMS tools store events but cannot answer natural-language questions about workload or priorities</a:t>
            </a:r>
            <a:br>
              <a:rPr lang="en"/>
            </a:br>
            <a:endParaRPr/>
          </a:p>
          <a:p>
            <a:pPr indent="-304800" lvl="0" marL="457200" rtl="0" algn="l">
              <a:spcBef>
                <a:spcPts val="0"/>
              </a:spcBef>
              <a:spcAft>
                <a:spcPts val="0"/>
              </a:spcAft>
              <a:buSzPts val="1200"/>
              <a:buChar char="●"/>
            </a:pPr>
            <a:r>
              <a:rPr lang="en"/>
              <a:t>Missed deadlines in a single course can cost a full letter grade; in a work setting, a missed deliverable cascades into lost revenue and trust</a:t>
            </a:r>
            <a:br>
              <a:rPr lang="en"/>
            </a:br>
            <a:endParaRPr/>
          </a:p>
          <a:p>
            <a:pPr indent="-304800" lvl="0" marL="457200" rtl="0" algn="l">
              <a:spcBef>
                <a:spcPts val="0"/>
              </a:spcBef>
              <a:spcAft>
                <a:spcPts val="0"/>
              </a:spcAft>
              <a:buSzPts val="1200"/>
              <a:buChar char="●"/>
            </a:pPr>
            <a:r>
              <a:rPr lang="en"/>
              <a:t>Context-switching between tools is measured in hours per week per student — a concrete productivity tax that RAG can directly remove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 xml:space="preserve">Business-Tech Impact </a:t>
            </a:r>
            <a:endParaRPr b="1"/>
          </a:p>
          <a:p>
            <a:pPr indent="0" lvl="0" marL="0" rtl="0" algn="l">
              <a:spcBef>
                <a:spcPts val="0"/>
              </a:spcBef>
              <a:spcAft>
                <a:spcPts val="0"/>
              </a:spcAft>
              <a:buNone/>
            </a:pPr>
            <a:r>
              <a:t/>
            </a:r>
            <a:endParaRPr b="1"/>
          </a:p>
          <a:p>
            <a:pPr indent="-304800" lvl="0" marL="457200" rtl="0" algn="l">
              <a:spcBef>
                <a:spcPts val="0"/>
              </a:spcBef>
              <a:spcAft>
                <a:spcPts val="0"/>
              </a:spcAft>
              <a:buSzPts val="1200"/>
              <a:buChar char="●"/>
            </a:pPr>
            <a:r>
              <a:rPr lang="en"/>
              <a:t>Time cost: ~3–5 hrs/week per student lost to triaging deadlines across tools</a:t>
            </a:r>
            <a:br>
              <a:rPr lang="en"/>
            </a:br>
            <a:endParaRPr/>
          </a:p>
          <a:p>
            <a:pPr indent="-304800" lvl="0" marL="457200" rtl="0" algn="l">
              <a:spcBef>
                <a:spcPts val="0"/>
              </a:spcBef>
              <a:spcAft>
                <a:spcPts val="0"/>
              </a:spcAft>
              <a:buSzPts val="1200"/>
              <a:buChar char="●"/>
            </a:pPr>
            <a:r>
              <a:rPr lang="en"/>
              <a:t>Risk cost: missed deadlines directly affect grades, scholarships, and (in industry) client SLAs</a:t>
            </a:r>
            <a:br>
              <a:rPr lang="en"/>
            </a:br>
            <a:endParaRPr/>
          </a:p>
          <a:p>
            <a:pPr indent="-304800" lvl="0" marL="457200" rtl="0" algn="l">
              <a:spcBef>
                <a:spcPts val="0"/>
              </a:spcBef>
              <a:spcAft>
                <a:spcPts val="0"/>
              </a:spcAft>
              <a:buSzPts val="1200"/>
              <a:buChar char="●"/>
            </a:pPr>
            <a:r>
              <a:rPr lang="en"/>
              <a:t>Opportunity cost: attention spent on logistics is attention not spent on the actual coursework or deliverables</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0" name="Shape 450"/>
        <p:cNvGrpSpPr/>
        <p:nvPr/>
      </p:nvGrpSpPr>
      <p:grpSpPr>
        <a:xfrm>
          <a:off x="0" y="0"/>
          <a:ext cx="0" cy="0"/>
          <a:chOff x="0" y="0"/>
          <a:chExt cx="0" cy="0"/>
        </a:xfrm>
      </p:grpSpPr>
      <p:sp>
        <p:nvSpPr>
          <p:cNvPr id="451" name="Google Shape;451;p30"/>
          <p:cNvSpPr txBox="1"/>
          <p:nvPr>
            <p:ph type="title"/>
          </p:nvPr>
        </p:nvSpPr>
        <p:spPr>
          <a:xfrm>
            <a:off x="702900" y="400330"/>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 xml:space="preserve">Target Users &amp; Use Cases </a:t>
            </a:r>
            <a:endParaRPr/>
          </a:p>
        </p:txBody>
      </p:sp>
      <p:sp>
        <p:nvSpPr>
          <p:cNvPr id="452" name="Google Shape;452;p30"/>
          <p:cNvSpPr txBox="1"/>
          <p:nvPr>
            <p:ph idx="1" type="body"/>
          </p:nvPr>
        </p:nvSpPr>
        <p:spPr>
          <a:xfrm>
            <a:off x="702900" y="865200"/>
            <a:ext cx="7738200" cy="3413100"/>
          </a:xfrm>
          <a:prstGeom prst="rect">
            <a:avLst/>
          </a:prstGeom>
        </p:spPr>
        <p:txBody>
          <a:bodyPr anchorCtr="0" anchor="t" bIns="91425" lIns="91425" spcFirstLastPara="1" rIns="98800" wrap="square" tIns="91425">
            <a:noAutofit/>
          </a:bodyPr>
          <a:lstStyle/>
          <a:p>
            <a:pPr indent="0" lvl="0" marL="0" rtl="0" algn="l">
              <a:lnSpc>
                <a:spcPct val="115000"/>
              </a:lnSpc>
              <a:spcBef>
                <a:spcPts val="1400"/>
              </a:spcBef>
              <a:spcAft>
                <a:spcPts val="0"/>
              </a:spcAft>
              <a:buNone/>
            </a:pPr>
            <a:r>
              <a:rPr b="1" lang="en" sz="1300"/>
              <a:t>Primary Users / Stakeholders</a:t>
            </a:r>
            <a:endParaRPr b="1" sz="1300"/>
          </a:p>
          <a:p>
            <a:pPr indent="-298450" lvl="0" marL="457200" rtl="0" algn="l">
              <a:lnSpc>
                <a:spcPct val="115000"/>
              </a:lnSpc>
              <a:spcBef>
                <a:spcPts val="1200"/>
              </a:spcBef>
              <a:spcAft>
                <a:spcPts val="0"/>
              </a:spcAft>
              <a:buSzPts val="1100"/>
              <a:buFont typeface="Open Sans"/>
              <a:buChar char="●"/>
            </a:pPr>
            <a:r>
              <a:rPr lang="en" sz="1100"/>
              <a:t>Undergraduate and graduate students with 4–6 concurrent courses — our primary persona and MVP focus</a:t>
            </a:r>
            <a:br>
              <a:rPr lang="en" sz="1100"/>
            </a:br>
            <a:endParaRPr sz="1100"/>
          </a:p>
          <a:p>
            <a:pPr indent="-298450" lvl="0" marL="457200" rtl="0" algn="l">
              <a:lnSpc>
                <a:spcPct val="115000"/>
              </a:lnSpc>
              <a:spcBef>
                <a:spcPts val="0"/>
              </a:spcBef>
              <a:spcAft>
                <a:spcPts val="0"/>
              </a:spcAft>
              <a:buSzPts val="1100"/>
              <a:buFont typeface="Open Sans"/>
              <a:buChar char="●"/>
            </a:pPr>
            <a:r>
              <a:rPr lang="en" sz="1100"/>
              <a:t>Instructors and TAs (secondary) — aggregate view of class workload across their students</a:t>
            </a:r>
            <a:br>
              <a:rPr lang="en" sz="1100"/>
            </a:br>
            <a:endParaRPr sz="1100"/>
          </a:p>
          <a:p>
            <a:pPr indent="-298450" lvl="0" marL="457200" rtl="0" algn="l">
              <a:lnSpc>
                <a:spcPct val="115000"/>
              </a:lnSpc>
              <a:spcBef>
                <a:spcPts val="0"/>
              </a:spcBef>
              <a:spcAft>
                <a:spcPts val="0"/>
              </a:spcAft>
              <a:buSzPts val="1100"/>
              <a:buFont typeface="Open Sans"/>
              <a:buChar char="●"/>
            </a:pPr>
            <a:r>
              <a:rPr lang="en" sz="1100"/>
              <a:t>Early-career professionals with multi-project workloads — Phase 2 expansion after the student MVP</a:t>
            </a:r>
            <a:br>
              <a:rPr lang="en" sz="1100"/>
            </a:br>
            <a:endParaRPr sz="1100"/>
          </a:p>
          <a:p>
            <a:pPr indent="0" lvl="0" marL="0" rtl="0" algn="l">
              <a:lnSpc>
                <a:spcPct val="115000"/>
              </a:lnSpc>
              <a:spcBef>
                <a:spcPts val="1400"/>
              </a:spcBef>
              <a:spcAft>
                <a:spcPts val="0"/>
              </a:spcAft>
              <a:buNone/>
            </a:pPr>
            <a:r>
              <a:rPr b="1" lang="en" sz="1300"/>
              <a:t>Key User Tasks the System Supports</a:t>
            </a:r>
            <a:endParaRPr b="1" sz="1300"/>
          </a:p>
          <a:p>
            <a:pPr indent="-298450" lvl="0" marL="457200" rtl="0" algn="l">
              <a:lnSpc>
                <a:spcPct val="115000"/>
              </a:lnSpc>
              <a:spcBef>
                <a:spcPts val="1200"/>
              </a:spcBef>
              <a:spcAft>
                <a:spcPts val="0"/>
              </a:spcAft>
              <a:buSzPts val="1100"/>
              <a:buFont typeface="Open Sans"/>
              <a:buChar char="●"/>
            </a:pPr>
            <a:r>
              <a:rPr lang="en" sz="1100"/>
              <a:t>“What’s due this week?” — natural-language query returns a ranked, grounded list with source citations</a:t>
            </a:r>
            <a:br>
              <a:rPr lang="en" sz="1100"/>
            </a:br>
            <a:endParaRPr sz="1100"/>
          </a:p>
          <a:p>
            <a:pPr indent="-298450" lvl="0" marL="457200" rtl="0" algn="l">
              <a:lnSpc>
                <a:spcPct val="115000"/>
              </a:lnSpc>
              <a:spcBef>
                <a:spcPts val="0"/>
              </a:spcBef>
              <a:spcAft>
                <a:spcPts val="0"/>
              </a:spcAft>
              <a:buSzPts val="1100"/>
              <a:buFont typeface="Open Sans"/>
              <a:buChar char="●"/>
            </a:pPr>
            <a:r>
              <a:rPr lang="en" sz="1100"/>
              <a:t>“What should I work on next?” — prioritized recommendation using due-date, weight, and estimated effort</a:t>
            </a:r>
            <a:br>
              <a:rPr lang="en" sz="1100"/>
            </a:br>
            <a:endParaRPr sz="1100"/>
          </a:p>
          <a:p>
            <a:pPr indent="-298450" lvl="0" marL="457200" rtl="0" algn="l">
              <a:lnSpc>
                <a:spcPct val="115000"/>
              </a:lnSpc>
              <a:spcBef>
                <a:spcPts val="0"/>
              </a:spcBef>
              <a:spcAft>
                <a:spcPts val="0"/>
              </a:spcAft>
              <a:buSzPts val="1100"/>
              <a:buFont typeface="Open Sans"/>
              <a:buChar char="●"/>
            </a:pPr>
            <a:r>
              <a:rPr lang="en" sz="1100"/>
              <a:t>Add/edit events via a form or a parsed free-text entry (e.g., “BTE 440 final, May 8, 2pm”)</a:t>
            </a:r>
            <a:endParaRPr/>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6" name="Shape 456"/>
        <p:cNvGrpSpPr/>
        <p:nvPr/>
      </p:nvGrpSpPr>
      <p:grpSpPr>
        <a:xfrm>
          <a:off x="0" y="0"/>
          <a:ext cx="0" cy="0"/>
          <a:chOff x="0" y="0"/>
          <a:chExt cx="0" cy="0"/>
        </a:xfrm>
      </p:grpSpPr>
      <p:sp>
        <p:nvSpPr>
          <p:cNvPr id="457" name="Google Shape;457;p31"/>
          <p:cNvSpPr txBox="1"/>
          <p:nvPr>
            <p:ph idx="2" type="title"/>
          </p:nvPr>
        </p:nvSpPr>
        <p:spPr>
          <a:xfrm>
            <a:off x="1943250" y="186200"/>
            <a:ext cx="5257500" cy="64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Scope</a:t>
            </a:r>
            <a:endParaRPr sz="2800"/>
          </a:p>
        </p:txBody>
      </p:sp>
      <p:sp>
        <p:nvSpPr>
          <p:cNvPr id="458" name="Google Shape;458;p31"/>
          <p:cNvSpPr txBox="1"/>
          <p:nvPr>
            <p:ph idx="1" type="subTitle"/>
          </p:nvPr>
        </p:nvSpPr>
        <p:spPr>
          <a:xfrm>
            <a:off x="1639125" y="1258450"/>
            <a:ext cx="7140000" cy="3420300"/>
          </a:xfrm>
          <a:prstGeom prst="rect">
            <a:avLst/>
          </a:prstGeom>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200"/>
              <a:t>What the Application Will Do</a:t>
            </a:r>
            <a:endParaRPr b="1" sz="1200"/>
          </a:p>
          <a:p>
            <a:pPr indent="-292100" lvl="0" marL="457200" rtl="0" algn="l">
              <a:lnSpc>
                <a:spcPct val="115000"/>
              </a:lnSpc>
              <a:spcBef>
                <a:spcPts val="1200"/>
              </a:spcBef>
              <a:spcAft>
                <a:spcPts val="0"/>
              </a:spcAft>
              <a:buClr>
                <a:schemeClr val="dk1"/>
              </a:buClr>
              <a:buSzPts val="1000"/>
              <a:buFont typeface="Open Sans"/>
              <a:buChar char="●"/>
            </a:pPr>
            <a:r>
              <a:rPr lang="en" sz="1000"/>
              <a:t>Ingest events three ways — NL Quick Add (free-text parse), manual form, or PDF syllabus import — into a JSON API store with an inline embedding vector per event</a:t>
            </a:r>
            <a:br>
              <a:rPr lang="en" sz="1000"/>
            </a:br>
            <a:endParaRPr sz="1000"/>
          </a:p>
          <a:p>
            <a:pPr indent="-292100" lvl="0" marL="457200" rtl="0" algn="l">
              <a:lnSpc>
                <a:spcPct val="115000"/>
              </a:lnSpc>
              <a:spcBef>
                <a:spcPts val="0"/>
              </a:spcBef>
              <a:spcAft>
                <a:spcPts val="0"/>
              </a:spcAft>
              <a:buClr>
                <a:schemeClr val="dk1"/>
              </a:buClr>
              <a:buSzPts val="1000"/>
              <a:buFont typeface="Open Sans"/>
              <a:buChar char="●"/>
            </a:pPr>
            <a:r>
              <a:rPr lang="en" sz="1000"/>
              <a:t>React + Vite bento dashboard: weekly AI briefing, calendar with workload heatmap, RAG chat with follow-up chips, and guided onboarding tour</a:t>
            </a:r>
            <a:br>
              <a:rPr lang="en" sz="1000"/>
            </a:br>
            <a:endParaRPr sz="1000"/>
          </a:p>
          <a:p>
            <a:pPr indent="-292100" lvl="0" marL="457200" rtl="0" algn="l">
              <a:lnSpc>
                <a:spcPct val="115000"/>
              </a:lnSpc>
              <a:spcBef>
                <a:spcPts val="0"/>
              </a:spcBef>
              <a:spcAft>
                <a:spcPts val="0"/>
              </a:spcAft>
              <a:buClr>
                <a:schemeClr val="dk1"/>
              </a:buClr>
              <a:buSzPts val="1000"/>
              <a:buFont typeface="Open Sans"/>
              <a:buChar char="●"/>
            </a:pPr>
            <a:r>
              <a:rPr lang="en" sz="1000"/>
              <a:t>Gemini-powered AI features: assignment Break Down, priority + hours enrichment, conflict detection, and responseSchema-validated JSON on every call</a:t>
            </a:r>
            <a:br>
              <a:rPr lang="en" sz="1000"/>
            </a:br>
            <a:endParaRPr sz="1000"/>
          </a:p>
          <a:p>
            <a:pPr indent="-292100" lvl="0" marL="457200" rtl="0" algn="l">
              <a:lnSpc>
                <a:spcPct val="115000"/>
              </a:lnSpc>
              <a:spcBef>
                <a:spcPts val="0"/>
              </a:spcBef>
              <a:spcAft>
                <a:spcPts val="0"/>
              </a:spcAft>
              <a:buClr>
                <a:schemeClr val="dk1"/>
              </a:buClr>
              <a:buSzPts val="1000"/>
              <a:buFont typeface="Open Sans"/>
              <a:buChar char="●"/>
            </a:pPr>
            <a:r>
              <a:rPr lang="en" sz="1000"/>
              <a:t>Live Profiling dashboard: every AI call logs latency, token count, and USD cost in real time for evaluation and cost tracking</a:t>
            </a:r>
            <a:br>
              <a:rPr lang="en" sz="1000"/>
            </a:br>
            <a:endParaRPr sz="1000"/>
          </a:p>
          <a:p>
            <a:pPr indent="0" lvl="0" marL="0" rtl="0" algn="l">
              <a:lnSpc>
                <a:spcPct val="115000"/>
              </a:lnSpc>
              <a:spcBef>
                <a:spcPts val="1400"/>
              </a:spcBef>
              <a:spcAft>
                <a:spcPts val="0"/>
              </a:spcAft>
              <a:buClr>
                <a:schemeClr val="dk1"/>
              </a:buClr>
              <a:buSzPts val="1100"/>
              <a:buFont typeface="Arial"/>
              <a:buNone/>
            </a:pPr>
            <a:r>
              <a:rPr b="1" lang="en" sz="1200"/>
              <a:t>What the Application Will NOT Do</a:t>
            </a:r>
            <a:endParaRPr b="1" sz="1200"/>
          </a:p>
          <a:p>
            <a:pPr indent="-292100" lvl="0" marL="457200" rtl="0" algn="l">
              <a:lnSpc>
                <a:spcPct val="115000"/>
              </a:lnSpc>
              <a:spcBef>
                <a:spcPts val="1200"/>
              </a:spcBef>
              <a:spcAft>
                <a:spcPts val="0"/>
              </a:spcAft>
              <a:buClr>
                <a:schemeClr val="dk1"/>
              </a:buClr>
              <a:buSzPts val="1000"/>
              <a:buFont typeface="Open Sans"/>
              <a:buChar char="●"/>
            </a:pPr>
            <a:r>
              <a:rPr lang="en" sz="1000"/>
              <a:t>No PII storage — no passwords, bank info, health records, or graded work content</a:t>
            </a:r>
            <a:br>
              <a:rPr lang="en" sz="1000"/>
            </a:br>
            <a:endParaRPr sz="1000"/>
          </a:p>
          <a:p>
            <a:pPr indent="-292100" lvl="0" marL="457200" rtl="0" algn="l">
              <a:lnSpc>
                <a:spcPct val="115000"/>
              </a:lnSpc>
              <a:spcBef>
                <a:spcPts val="0"/>
              </a:spcBef>
              <a:spcAft>
                <a:spcPts val="0"/>
              </a:spcAft>
              <a:buClr>
                <a:schemeClr val="dk1"/>
              </a:buClr>
              <a:buSzPts val="1000"/>
              <a:buFont typeface="Open Sans"/>
              <a:buChar char="●"/>
            </a:pPr>
            <a:r>
              <a:rPr lang="en" sz="1000"/>
              <a:t>Not in MVP: LMS/Canvas API integration and multi-user accounts (single-user demo only)</a:t>
            </a:r>
            <a:br>
              <a:rPr lang="en" sz="1000"/>
            </a:br>
            <a:endParaRPr sz="1000"/>
          </a:p>
          <a:p>
            <a:pPr indent="-292100" lvl="0" marL="457200" rtl="0" algn="l">
              <a:lnSpc>
                <a:spcPct val="115000"/>
              </a:lnSpc>
              <a:spcBef>
                <a:spcPts val="0"/>
              </a:spcBef>
              <a:spcAft>
                <a:spcPts val="0"/>
              </a:spcAft>
              <a:buClr>
                <a:schemeClr val="dk1"/>
              </a:buClr>
              <a:buSzPts val="1000"/>
              <a:buFont typeface="Open Sans"/>
              <a:buChar char="●"/>
            </a:pPr>
            <a:r>
              <a:rPr lang="en" sz="1000"/>
              <a:t>No Google Calendar or Outlook write-back in MVP — read-only ICS export only</a:t>
            </a:r>
            <a:br>
              <a:rPr lang="en" sz="1000"/>
            </a:br>
            <a:endParaRPr sz="1000"/>
          </a:p>
          <a:p>
            <a:pPr indent="-292100" lvl="0" marL="457200" rtl="0" algn="l">
              <a:lnSpc>
                <a:spcPct val="115000"/>
              </a:lnSpc>
              <a:spcBef>
                <a:spcPts val="0"/>
              </a:spcBef>
              <a:spcAft>
                <a:spcPts val="0"/>
              </a:spcAft>
              <a:buClr>
                <a:schemeClr val="dk1"/>
              </a:buClr>
              <a:buSzPts val="1000"/>
              <a:buFont typeface="Open Sans"/>
              <a:buChar char="●"/>
            </a:pPr>
            <a:r>
              <a:rPr lang="en" sz="1000"/>
              <a:t>Does not give financial, legal, or medical advice; will not auto-send email or Slack on the user’s behalf</a:t>
            </a:r>
            <a:endParaRPr sz="1000"/>
          </a:p>
          <a:p>
            <a:pPr indent="0" lvl="0" marL="0" rtl="0" algn="l">
              <a:spcBef>
                <a:spcPts val="1200"/>
              </a:spcBef>
              <a:spcAft>
                <a:spcPts val="0"/>
              </a:spcAft>
              <a:buNone/>
            </a:pPr>
            <a:r>
              <a:t/>
            </a:r>
            <a:endParaRPr sz="1300"/>
          </a:p>
          <a:p>
            <a:pPr indent="0" lvl="0" marL="0" rtl="0" algn="l">
              <a:spcBef>
                <a:spcPts val="0"/>
              </a:spcBef>
              <a:spcAft>
                <a:spcPts val="0"/>
              </a:spcAft>
              <a:buNone/>
            </a:pPr>
            <a:r>
              <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sp>
        <p:nvSpPr>
          <p:cNvPr id="463" name="Google Shape;463;p32"/>
          <p:cNvSpPr txBox="1"/>
          <p:nvPr>
            <p:ph type="title"/>
          </p:nvPr>
        </p:nvSpPr>
        <p:spPr>
          <a:xfrm>
            <a:off x="702900" y="474000"/>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a:t>
            </a:r>
            <a:endParaRPr/>
          </a:p>
        </p:txBody>
      </p:sp>
      <p:sp>
        <p:nvSpPr>
          <p:cNvPr id="464" name="Google Shape;464;p32"/>
          <p:cNvSpPr txBox="1"/>
          <p:nvPr>
            <p:ph idx="1" type="body"/>
          </p:nvPr>
        </p:nvSpPr>
        <p:spPr>
          <a:xfrm>
            <a:off x="702900" y="865200"/>
            <a:ext cx="7738200" cy="3413100"/>
          </a:xfrm>
          <a:prstGeom prst="rect">
            <a:avLst/>
          </a:prstGeom>
        </p:spPr>
        <p:txBody>
          <a:bodyPr anchorCtr="0" anchor="t" bIns="91425" lIns="91425" spcFirstLastPara="1" rIns="98800" wrap="square" tIns="91425">
            <a:noAutofit/>
          </a:bodyPr>
          <a:lstStyle/>
          <a:p>
            <a:pPr indent="0" lvl="0" marL="0" rtl="0" algn="l">
              <a:spcBef>
                <a:spcPts val="0"/>
              </a:spcBef>
              <a:spcAft>
                <a:spcPts val="0"/>
              </a:spcAft>
              <a:buNone/>
            </a:pPr>
            <a:r>
              <a:rPr b="1" lang="en"/>
              <a:t>What documents/data will we use?</a:t>
            </a:r>
            <a:endParaRPr b="1"/>
          </a:p>
          <a:p>
            <a:pPr indent="0" lvl="0" marL="0" rtl="0" algn="l">
              <a:spcBef>
                <a:spcPts val="0"/>
              </a:spcBef>
              <a:spcAft>
                <a:spcPts val="0"/>
              </a:spcAft>
              <a:buNone/>
            </a:pPr>
            <a:r>
              <a:t/>
            </a:r>
            <a:endParaRPr b="1"/>
          </a:p>
          <a:p>
            <a:pPr indent="-304800" lvl="0" marL="457200" rtl="0" algn="l">
              <a:spcBef>
                <a:spcPts val="0"/>
              </a:spcBef>
              <a:spcAft>
                <a:spcPts val="0"/>
              </a:spcAft>
              <a:buSzPts val="1200"/>
              <a:buChar char="-"/>
            </a:pPr>
            <a:r>
              <a:rPr lang="en"/>
              <a:t>Primary Data</a:t>
            </a:r>
            <a:endParaRPr/>
          </a:p>
          <a:p>
            <a:pPr indent="-304800" lvl="1" marL="914400" rtl="0" algn="l">
              <a:spcBef>
                <a:spcPts val="0"/>
              </a:spcBef>
              <a:spcAft>
                <a:spcPts val="0"/>
              </a:spcAft>
              <a:buSzPts val="1200"/>
              <a:buChar char="-"/>
            </a:pPr>
            <a:r>
              <a:rPr lang="en"/>
              <a:t xml:space="preserve">User-generated calendar events (assignments, exams, </a:t>
            </a:r>
            <a:r>
              <a:rPr lang="en"/>
              <a:t>meetings, deadlines) plus a synthetic seed set of ~200 events for eval</a:t>
            </a:r>
            <a:endParaRPr/>
          </a:p>
          <a:p>
            <a:pPr indent="-304800" lvl="1" marL="914400" rtl="0" algn="l">
              <a:spcBef>
                <a:spcPts val="0"/>
              </a:spcBef>
              <a:spcAft>
                <a:spcPts val="0"/>
              </a:spcAft>
              <a:buSzPts val="1200"/>
              <a:buChar char="-"/>
            </a:pPr>
            <a:r>
              <a:rPr lang="en"/>
              <a:t>Three ingestion paths: manual form, NL Quick Add (free-text parse), or PDF syllabus import</a:t>
            </a:r>
            <a:endParaRPr/>
          </a:p>
          <a:p>
            <a:pPr indent="-304800" lvl="0" marL="457200" rtl="0" algn="l">
              <a:spcBef>
                <a:spcPts val="0"/>
              </a:spcBef>
              <a:spcAft>
                <a:spcPts val="0"/>
              </a:spcAft>
              <a:buSzPts val="1200"/>
              <a:buChar char="-"/>
            </a:pPr>
            <a:r>
              <a:rPr lang="en"/>
              <a:t>Phase 2 Data (not in MVP)</a:t>
            </a:r>
            <a:endParaRPr/>
          </a:p>
          <a:p>
            <a:pPr indent="-304800" lvl="1" marL="914400" rtl="0" algn="l">
              <a:lnSpc>
                <a:spcPct val="115000"/>
              </a:lnSpc>
              <a:spcBef>
                <a:spcPts val="0"/>
              </a:spcBef>
              <a:spcAft>
                <a:spcPts val="0"/>
              </a:spcAft>
              <a:buSzPts val="1200"/>
              <a:buChar char="-"/>
            </a:pPr>
            <a:r>
              <a:rPr lang="en"/>
              <a:t>Profiling log stream: every AI call records query, latency_ms, tokens, and cost_usd for the metrics dashboard</a:t>
            </a:r>
            <a:endParaRPr/>
          </a:p>
          <a:p>
            <a:pPr indent="-304800" lvl="1" marL="914400" rtl="0" algn="l">
              <a:lnSpc>
                <a:spcPct val="115000"/>
              </a:lnSpc>
              <a:spcBef>
                <a:spcPts val="0"/>
              </a:spcBef>
              <a:spcAft>
                <a:spcPts val="0"/>
              </a:spcAft>
              <a:buSzPts val="1200"/>
              <a:buChar char="-"/>
            </a:pPr>
            <a:r>
              <a:rPr lang="en"/>
              <a:t>LMS/Canvas API pull for assignment deadlines once auth flow is designed</a:t>
            </a:r>
            <a:endParaRPr/>
          </a:p>
          <a:p>
            <a:pPr indent="-304800" lvl="1" marL="914400" rtl="0" algn="l">
              <a:lnSpc>
                <a:spcPct val="115000"/>
              </a:lnSpc>
              <a:spcBef>
                <a:spcPts val="0"/>
              </a:spcBef>
              <a:spcAft>
                <a:spcPts val="0"/>
              </a:spcAft>
              <a:buSzPts val="1200"/>
              <a:buChar char="-"/>
            </a:pPr>
            <a:r>
              <a:rPr lang="en"/>
              <a:t>Google Calendar / Outlook read sync (read-only, no write-back in MVP)</a:t>
            </a:r>
            <a:endParaRPr/>
          </a:p>
          <a:p>
            <a:pPr indent="0" lvl="0" marL="0" rtl="0" algn="l">
              <a:spcBef>
                <a:spcPts val="1200"/>
              </a:spcBef>
              <a:spcAft>
                <a:spcPts val="0"/>
              </a:spcAft>
              <a:buNone/>
            </a:pPr>
            <a:r>
              <a:rPr b="1" lang="en"/>
              <a:t>How will we organize sources and any metadata?</a:t>
            </a:r>
            <a:endParaRPr b="1"/>
          </a:p>
          <a:p>
            <a:pPr indent="-304800" lvl="0" marL="457200" rtl="0" algn="l">
              <a:spcBef>
                <a:spcPts val="0"/>
              </a:spcBef>
              <a:spcAft>
                <a:spcPts val="0"/>
              </a:spcAft>
              <a:buSzPts val="1200"/>
              <a:buChar char="-"/>
            </a:pPr>
            <a:r>
              <a:rPr lang="en"/>
              <a:t>Structured store: JSON API (Express) persists events; each event carries an inline embedding vector for in-memory cosine-similarity retrieval</a:t>
            </a:r>
            <a:endParaRPr/>
          </a:p>
          <a:p>
            <a:pPr indent="-304800" lvl="0" marL="457200" rtl="0" algn="l">
              <a:spcBef>
                <a:spcPts val="0"/>
              </a:spcBef>
              <a:spcAft>
                <a:spcPts val="0"/>
              </a:spcAft>
              <a:buSzPts val="1200"/>
              <a:buChar char="-"/>
            </a:pPr>
            <a:r>
              <a:rPr lang="en"/>
              <a:t>Per-event metadata schema (Gemini responseSchema-validated):</a:t>
            </a:r>
            <a:endParaRPr/>
          </a:p>
          <a:p>
            <a:pPr indent="-304800" lvl="1" marL="914400" rtl="0" algn="l">
              <a:spcBef>
                <a:spcPts val="0"/>
              </a:spcBef>
              <a:spcAft>
                <a:spcPts val="0"/>
              </a:spcAft>
              <a:buSzPts val="1200"/>
              <a:buChar char="-"/>
            </a:pPr>
            <a:r>
              <a:rPr lang="en"/>
              <a:t>event_id, title, description, due_datetime, course/project, category, weight, est_effort_hrs, priority, status, source</a:t>
            </a:r>
            <a:endParaRPr/>
          </a:p>
          <a:p>
            <a:pPr indent="0" lvl="0" marL="0" rtl="0" algn="l">
              <a:spcBef>
                <a:spcPts val="1600"/>
              </a:spcBef>
              <a:spcAft>
                <a:spcPts val="0"/>
              </a:spcAft>
              <a:buNone/>
            </a:pPr>
            <a:r>
              <a:rPr b="1" lang="en"/>
              <a:t>Constraints</a:t>
            </a:r>
            <a:endParaRPr b="1"/>
          </a:p>
          <a:p>
            <a:pPr indent="-304800" lvl="0" marL="457200" rtl="0" algn="l">
              <a:spcBef>
                <a:spcPts val="0"/>
              </a:spcBef>
              <a:spcAft>
                <a:spcPts val="0"/>
              </a:spcAft>
              <a:buSzPts val="1200"/>
              <a:buChar char="-"/>
            </a:pPr>
            <a:r>
              <a:rPr lang="en"/>
              <a:t>Dataset is small and user-owned — no third-party copyrighted content ingested</a:t>
            </a:r>
            <a:endParaRPr/>
          </a:p>
          <a:p>
            <a:pPr indent="-304800" lvl="0" marL="457200" rtl="0" algn="l">
              <a:spcBef>
                <a:spcPts val="0"/>
              </a:spcBef>
              <a:spcAft>
                <a:spcPts val="0"/>
              </a:spcAft>
              <a:buSzPts val="1200"/>
              <a:buChar char="-"/>
            </a:pPr>
            <a:r>
              <a:rPr lang="en"/>
              <a:t>Data quality depends on what the user enters; parser must surface low-confidence fields</a:t>
            </a:r>
            <a:endParaRPr/>
          </a:p>
          <a:p>
            <a:pPr indent="-304800" lvl="0" marL="457200" rtl="0" algn="l">
              <a:spcBef>
                <a:spcPts val="0"/>
              </a:spcBef>
              <a:spcAft>
                <a:spcPts val="0"/>
              </a:spcAft>
              <a:buSzPts val="1200"/>
              <a:buChar char="-"/>
            </a:pPr>
            <a:r>
              <a:rPr lang="en"/>
              <a:t>Licensing: user data stays local; no events are shared outside the user session</a:t>
            </a:r>
            <a:endParaRPr/>
          </a:p>
          <a:p>
            <a:pPr indent="-304800" lvl="0" marL="457200" rtl="0" algn="l">
              <a:spcBef>
                <a:spcPts val="0"/>
              </a:spcBef>
              <a:spcAft>
                <a:spcPts val="0"/>
              </a:spcAft>
              <a:buSzPts val="1200"/>
              <a:buChar char="-"/>
            </a:pPr>
            <a:r>
              <a:rPr lang="en"/>
              <a:t>Privacy: no PII is required beyond event text the user opts to enter</a:t>
            </a:r>
            <a:endParaRPr/>
          </a:p>
          <a:p>
            <a:pPr indent="-304800" lvl="0" marL="457200" rtl="0" algn="l">
              <a:spcBef>
                <a:spcPts val="0"/>
              </a:spcBef>
              <a:spcAft>
                <a:spcPts val="0"/>
              </a:spcAft>
              <a:buSzPts val="1200"/>
              <a:buChar char="-"/>
            </a:pPr>
            <a:r>
              <a:rPr lang="en"/>
              <a:t>Scale: designed for single-user datasets (&lt;10K events) — no multi-tenant concerns in MVP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3"/>
          <p:cNvSpPr txBox="1"/>
          <p:nvPr>
            <p:ph type="title"/>
          </p:nvPr>
        </p:nvSpPr>
        <p:spPr>
          <a:xfrm>
            <a:off x="715800" y="542925"/>
            <a:ext cx="77124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System Overview</a:t>
            </a:r>
            <a:endParaRPr/>
          </a:p>
        </p:txBody>
      </p:sp>
      <p:sp>
        <p:nvSpPr>
          <p:cNvPr id="470" name="Google Shape;470;p33"/>
          <p:cNvSpPr/>
          <p:nvPr/>
        </p:nvSpPr>
        <p:spPr>
          <a:xfrm>
            <a:off x="1759555" y="1475036"/>
            <a:ext cx="193859" cy="1185644"/>
          </a:xfrm>
          <a:custGeom>
            <a:rect b="b" l="l" r="r" t="t"/>
            <a:pathLst>
              <a:path extrusionOk="0" h="44792" w="9204">
                <a:moveTo>
                  <a:pt x="0" y="1"/>
                </a:moveTo>
                <a:lnTo>
                  <a:pt x="0" y="33291"/>
                </a:lnTo>
                <a:cubicBezTo>
                  <a:pt x="0" y="38244"/>
                  <a:pt x="2810" y="42649"/>
                  <a:pt x="7096" y="44792"/>
                </a:cubicBezTo>
                <a:lnTo>
                  <a:pt x="9204" y="44792"/>
                </a:lnTo>
                <a:lnTo>
                  <a:pt x="9204" y="43328"/>
                </a:lnTo>
                <a:cubicBezTo>
                  <a:pt x="5025" y="41804"/>
                  <a:pt x="2179" y="37827"/>
                  <a:pt x="2179" y="33291"/>
                </a:cubicBezTo>
                <a:lnTo>
                  <a:pt x="2179" y="1"/>
                </a:lnTo>
                <a:close/>
              </a:path>
            </a:pathLst>
          </a:custGeom>
          <a:solidFill>
            <a:schemeClr val="lt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71" name="Google Shape;471;p33"/>
          <p:cNvSpPr/>
          <p:nvPr/>
        </p:nvSpPr>
        <p:spPr>
          <a:xfrm>
            <a:off x="1152441" y="2601125"/>
            <a:ext cx="955711" cy="496296"/>
          </a:xfrm>
          <a:custGeom>
            <a:rect b="b" l="l" r="r" t="t"/>
            <a:pathLst>
              <a:path extrusionOk="0" h="23563" w="45375">
                <a:moveTo>
                  <a:pt x="0" y="0"/>
                </a:moveTo>
                <a:lnTo>
                  <a:pt x="0" y="23563"/>
                </a:lnTo>
                <a:lnTo>
                  <a:pt x="33599" y="23563"/>
                </a:lnTo>
                <a:cubicBezTo>
                  <a:pt x="40100" y="23563"/>
                  <a:pt x="45375" y="18288"/>
                  <a:pt x="45375" y="11788"/>
                </a:cubicBezTo>
                <a:cubicBezTo>
                  <a:pt x="45375" y="5275"/>
                  <a:pt x="40100" y="0"/>
                  <a:pt x="33599" y="0"/>
                </a:cubicBezTo>
                <a:close/>
              </a:path>
            </a:pathLst>
          </a:custGeom>
          <a:solidFill>
            <a:schemeClr val="lt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1</a:t>
            </a:r>
            <a:endParaRPr b="1" sz="1745">
              <a:solidFill>
                <a:srgbClr val="FFFFFF"/>
              </a:solidFill>
              <a:latin typeface="Lato"/>
              <a:ea typeface="Lato"/>
              <a:cs typeface="Lato"/>
              <a:sym typeface="Lato"/>
            </a:endParaRPr>
          </a:p>
        </p:txBody>
      </p:sp>
      <p:sp>
        <p:nvSpPr>
          <p:cNvPr id="472" name="Google Shape;472;p33"/>
          <p:cNvSpPr txBox="1"/>
          <p:nvPr/>
        </p:nvSpPr>
        <p:spPr>
          <a:xfrm>
            <a:off x="-63700" y="1848268"/>
            <a:ext cx="1748700" cy="4506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lang="en" sz="1134">
                <a:solidFill>
                  <a:schemeClr val="dk1"/>
                </a:solidFill>
                <a:latin typeface="Open Sans"/>
                <a:ea typeface="Open Sans"/>
                <a:cs typeface="Open Sans"/>
                <a:sym typeface="Open Sans"/>
              </a:rPr>
              <a:t>Bento dashboard: NL Quick Add, PDF import, weekly briefing, RAG chat</a:t>
            </a:r>
            <a:endParaRPr sz="1134">
              <a:solidFill>
                <a:schemeClr val="dk1"/>
              </a:solidFill>
              <a:latin typeface="Open Sans"/>
              <a:ea typeface="Open Sans"/>
              <a:cs typeface="Open Sans"/>
              <a:sym typeface="Open Sans"/>
            </a:endParaRPr>
          </a:p>
        </p:txBody>
      </p:sp>
      <p:sp>
        <p:nvSpPr>
          <p:cNvPr id="473" name="Google Shape;473;p33"/>
          <p:cNvSpPr txBox="1"/>
          <p:nvPr/>
        </p:nvSpPr>
        <p:spPr>
          <a:xfrm>
            <a:off x="169343" y="1464651"/>
            <a:ext cx="1515300" cy="3621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571">
                <a:latin typeface="Lato"/>
                <a:ea typeface="Lato"/>
                <a:cs typeface="Lato"/>
                <a:sym typeface="Lato"/>
              </a:rPr>
              <a:t>UI (React + Vite)</a:t>
            </a:r>
            <a:endParaRPr b="1" sz="1571">
              <a:latin typeface="Lato"/>
              <a:ea typeface="Lato"/>
              <a:cs typeface="Lato"/>
              <a:sym typeface="Lato"/>
            </a:endParaRPr>
          </a:p>
        </p:txBody>
      </p:sp>
      <p:sp>
        <p:nvSpPr>
          <p:cNvPr id="474" name="Google Shape;474;p33"/>
          <p:cNvSpPr/>
          <p:nvPr/>
        </p:nvSpPr>
        <p:spPr>
          <a:xfrm>
            <a:off x="3759402" y="1475036"/>
            <a:ext cx="193859" cy="1185644"/>
          </a:xfrm>
          <a:custGeom>
            <a:rect b="b" l="l" r="r" t="t"/>
            <a:pathLst>
              <a:path extrusionOk="0" h="44792" w="9204">
                <a:moveTo>
                  <a:pt x="0" y="1"/>
                </a:moveTo>
                <a:lnTo>
                  <a:pt x="0" y="33291"/>
                </a:lnTo>
                <a:cubicBezTo>
                  <a:pt x="0" y="38244"/>
                  <a:pt x="2810" y="42649"/>
                  <a:pt x="7097" y="44792"/>
                </a:cubicBezTo>
                <a:lnTo>
                  <a:pt x="9204" y="44792"/>
                </a:lnTo>
                <a:lnTo>
                  <a:pt x="9204" y="43328"/>
                </a:lnTo>
                <a:cubicBezTo>
                  <a:pt x="5025" y="41804"/>
                  <a:pt x="2179" y="37827"/>
                  <a:pt x="2179" y="33291"/>
                </a:cubicBezTo>
                <a:lnTo>
                  <a:pt x="2179" y="1"/>
                </a:lnTo>
                <a:close/>
              </a:path>
            </a:pathLst>
          </a:custGeom>
          <a:solidFill>
            <a:schemeClr val="lt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75" name="Google Shape;475;p33"/>
          <p:cNvSpPr/>
          <p:nvPr/>
        </p:nvSpPr>
        <p:spPr>
          <a:xfrm>
            <a:off x="3063519" y="2601125"/>
            <a:ext cx="1044742" cy="496296"/>
          </a:xfrm>
          <a:custGeom>
            <a:rect b="b" l="l" r="r" t="t"/>
            <a:pathLst>
              <a:path extrusionOk="0" h="23563" w="49602">
                <a:moveTo>
                  <a:pt x="1" y="0"/>
                </a:moveTo>
                <a:cubicBezTo>
                  <a:pt x="4620" y="1917"/>
                  <a:pt x="7871" y="6477"/>
                  <a:pt x="7871" y="11788"/>
                </a:cubicBezTo>
                <a:cubicBezTo>
                  <a:pt x="7871" y="17098"/>
                  <a:pt x="4620" y="21646"/>
                  <a:pt x="1" y="23563"/>
                </a:cubicBezTo>
                <a:lnTo>
                  <a:pt x="37827" y="23563"/>
                </a:lnTo>
                <a:cubicBezTo>
                  <a:pt x="44328" y="23563"/>
                  <a:pt x="49602" y="18288"/>
                  <a:pt x="49602" y="11788"/>
                </a:cubicBezTo>
                <a:cubicBezTo>
                  <a:pt x="49602" y="5275"/>
                  <a:pt x="44328" y="0"/>
                  <a:pt x="37827" y="0"/>
                </a:cubicBezTo>
                <a:close/>
              </a:path>
            </a:pathLst>
          </a:custGeom>
          <a:solidFill>
            <a:schemeClr val="lt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3</a:t>
            </a:r>
            <a:endParaRPr b="1" sz="1745">
              <a:solidFill>
                <a:srgbClr val="FFFFFF"/>
              </a:solidFill>
              <a:latin typeface="Lato"/>
              <a:ea typeface="Lato"/>
              <a:cs typeface="Lato"/>
              <a:sym typeface="Lato"/>
            </a:endParaRPr>
          </a:p>
        </p:txBody>
      </p:sp>
      <p:sp>
        <p:nvSpPr>
          <p:cNvPr id="476" name="Google Shape;476;p33"/>
          <p:cNvSpPr txBox="1"/>
          <p:nvPr/>
        </p:nvSpPr>
        <p:spPr>
          <a:xfrm>
            <a:off x="1759566" y="1464651"/>
            <a:ext cx="1924800" cy="6936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571">
                <a:latin typeface="Lato"/>
                <a:ea typeface="Lato"/>
                <a:cs typeface="Lato"/>
                <a:sym typeface="Lato"/>
              </a:rPr>
              <a:t>Preprocessing and Structuring</a:t>
            </a:r>
            <a:endParaRPr b="1" sz="1571">
              <a:latin typeface="Lato"/>
              <a:ea typeface="Lato"/>
              <a:cs typeface="Lato"/>
              <a:sym typeface="Lato"/>
            </a:endParaRPr>
          </a:p>
        </p:txBody>
      </p:sp>
      <p:sp>
        <p:nvSpPr>
          <p:cNvPr id="477" name="Google Shape;477;p33"/>
          <p:cNvSpPr/>
          <p:nvPr/>
        </p:nvSpPr>
        <p:spPr>
          <a:xfrm>
            <a:off x="5756490" y="1475036"/>
            <a:ext cx="194133" cy="1185644"/>
          </a:xfrm>
          <a:custGeom>
            <a:rect b="b" l="l" r="r" t="t"/>
            <a:pathLst>
              <a:path extrusionOk="0" h="44792" w="9217">
                <a:moveTo>
                  <a:pt x="1" y="1"/>
                </a:moveTo>
                <a:lnTo>
                  <a:pt x="1" y="33291"/>
                </a:lnTo>
                <a:cubicBezTo>
                  <a:pt x="1" y="38244"/>
                  <a:pt x="2823" y="42649"/>
                  <a:pt x="7097" y="44792"/>
                </a:cubicBezTo>
                <a:lnTo>
                  <a:pt x="9216" y="44792"/>
                </a:lnTo>
                <a:lnTo>
                  <a:pt x="9216" y="43328"/>
                </a:lnTo>
                <a:cubicBezTo>
                  <a:pt x="5025" y="41804"/>
                  <a:pt x="2192" y="37827"/>
                  <a:pt x="2192" y="33291"/>
                </a:cubicBezTo>
                <a:lnTo>
                  <a:pt x="2192" y="1"/>
                </a:lnTo>
                <a:close/>
              </a:path>
            </a:pathLst>
          </a:custGeom>
          <a:solidFill>
            <a:schemeClr val="lt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78" name="Google Shape;478;p33"/>
          <p:cNvSpPr/>
          <p:nvPr/>
        </p:nvSpPr>
        <p:spPr>
          <a:xfrm>
            <a:off x="5060613" y="2601125"/>
            <a:ext cx="1045016" cy="496296"/>
          </a:xfrm>
          <a:custGeom>
            <a:rect b="b" l="l" r="r" t="t"/>
            <a:pathLst>
              <a:path extrusionOk="0" h="23563" w="49615">
                <a:moveTo>
                  <a:pt x="1" y="0"/>
                </a:moveTo>
                <a:cubicBezTo>
                  <a:pt x="4621" y="1917"/>
                  <a:pt x="7871" y="6477"/>
                  <a:pt x="7871" y="11788"/>
                </a:cubicBezTo>
                <a:cubicBezTo>
                  <a:pt x="7871" y="17098"/>
                  <a:pt x="4621" y="21646"/>
                  <a:pt x="1" y="23563"/>
                </a:cubicBezTo>
                <a:lnTo>
                  <a:pt x="37827" y="23563"/>
                </a:lnTo>
                <a:cubicBezTo>
                  <a:pt x="44340" y="23563"/>
                  <a:pt x="49614" y="18288"/>
                  <a:pt x="49614" y="11788"/>
                </a:cubicBezTo>
                <a:cubicBezTo>
                  <a:pt x="49614" y="5275"/>
                  <a:pt x="44340" y="0"/>
                  <a:pt x="37827" y="0"/>
                </a:cubicBezTo>
                <a:close/>
              </a:path>
            </a:pathLst>
          </a:custGeom>
          <a:solidFill>
            <a:schemeClr val="lt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5</a:t>
            </a:r>
            <a:endParaRPr b="1" sz="1745">
              <a:solidFill>
                <a:srgbClr val="FFFFFF"/>
              </a:solidFill>
              <a:latin typeface="Lato"/>
              <a:ea typeface="Lato"/>
              <a:cs typeface="Lato"/>
              <a:sym typeface="Lato"/>
            </a:endParaRPr>
          </a:p>
        </p:txBody>
      </p:sp>
      <p:sp>
        <p:nvSpPr>
          <p:cNvPr id="479" name="Google Shape;479;p33"/>
          <p:cNvSpPr txBox="1"/>
          <p:nvPr/>
        </p:nvSpPr>
        <p:spPr>
          <a:xfrm>
            <a:off x="4072308" y="1464651"/>
            <a:ext cx="1612200" cy="6936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571">
                <a:latin typeface="Lato"/>
                <a:ea typeface="Lato"/>
                <a:cs typeface="Lato"/>
                <a:sym typeface="Lato"/>
              </a:rPr>
              <a:t>Vector Store (inline embeddings)</a:t>
            </a:r>
            <a:endParaRPr b="1" sz="1571">
              <a:latin typeface="Lato"/>
              <a:ea typeface="Lato"/>
              <a:cs typeface="Lato"/>
              <a:sym typeface="Lato"/>
            </a:endParaRPr>
          </a:p>
        </p:txBody>
      </p:sp>
      <p:sp>
        <p:nvSpPr>
          <p:cNvPr id="480" name="Google Shape;480;p33"/>
          <p:cNvSpPr/>
          <p:nvPr/>
        </p:nvSpPr>
        <p:spPr>
          <a:xfrm>
            <a:off x="2705435" y="3053643"/>
            <a:ext cx="193859" cy="1129061"/>
          </a:xfrm>
          <a:custGeom>
            <a:rect b="b" l="l" r="r" t="t"/>
            <a:pathLst>
              <a:path extrusionOk="0" h="44804" w="9204">
                <a:moveTo>
                  <a:pt x="7097" y="0"/>
                </a:moveTo>
                <a:cubicBezTo>
                  <a:pt x="2810" y="2143"/>
                  <a:pt x="0" y="6549"/>
                  <a:pt x="0" y="11514"/>
                </a:cubicBezTo>
                <a:lnTo>
                  <a:pt x="0" y="44803"/>
                </a:lnTo>
                <a:lnTo>
                  <a:pt x="2179" y="44803"/>
                </a:lnTo>
                <a:lnTo>
                  <a:pt x="2179" y="11514"/>
                </a:lnTo>
                <a:cubicBezTo>
                  <a:pt x="2179" y="6965"/>
                  <a:pt x="5025" y="2989"/>
                  <a:pt x="9204" y="1477"/>
                </a:cubicBezTo>
                <a:lnTo>
                  <a:pt x="9204" y="0"/>
                </a:lnTo>
                <a:close/>
              </a:path>
            </a:pathLst>
          </a:custGeom>
          <a:solidFill>
            <a:schemeClr val="dk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81" name="Google Shape;481;p33"/>
          <p:cNvSpPr/>
          <p:nvPr/>
        </p:nvSpPr>
        <p:spPr>
          <a:xfrm>
            <a:off x="2064961" y="2601125"/>
            <a:ext cx="1044763" cy="496296"/>
          </a:xfrm>
          <a:custGeom>
            <a:rect b="b" l="l" r="r" t="t"/>
            <a:pathLst>
              <a:path extrusionOk="0" h="23563" w="49603">
                <a:moveTo>
                  <a:pt x="1" y="0"/>
                </a:moveTo>
                <a:cubicBezTo>
                  <a:pt x="4621" y="1917"/>
                  <a:pt x="7871" y="6477"/>
                  <a:pt x="7871" y="11788"/>
                </a:cubicBezTo>
                <a:cubicBezTo>
                  <a:pt x="7871" y="17098"/>
                  <a:pt x="4621" y="21646"/>
                  <a:pt x="1" y="23563"/>
                </a:cubicBezTo>
                <a:lnTo>
                  <a:pt x="37827" y="23563"/>
                </a:lnTo>
                <a:cubicBezTo>
                  <a:pt x="44328" y="23563"/>
                  <a:pt x="49602" y="18288"/>
                  <a:pt x="49602" y="11788"/>
                </a:cubicBezTo>
                <a:cubicBezTo>
                  <a:pt x="49602" y="5275"/>
                  <a:pt x="44328" y="0"/>
                  <a:pt x="37827" y="0"/>
                </a:cubicBezTo>
                <a:close/>
              </a:path>
            </a:pathLst>
          </a:custGeom>
          <a:solidFill>
            <a:schemeClr val="dk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2</a:t>
            </a:r>
            <a:endParaRPr b="1" sz="1745">
              <a:solidFill>
                <a:srgbClr val="FFFFFF"/>
              </a:solidFill>
              <a:latin typeface="Lato"/>
              <a:ea typeface="Lato"/>
              <a:cs typeface="Lato"/>
              <a:sym typeface="Lato"/>
            </a:endParaRPr>
          </a:p>
        </p:txBody>
      </p:sp>
      <p:sp>
        <p:nvSpPr>
          <p:cNvPr id="482" name="Google Shape;482;p33"/>
          <p:cNvSpPr txBox="1"/>
          <p:nvPr/>
        </p:nvSpPr>
        <p:spPr>
          <a:xfrm>
            <a:off x="1018768" y="3742337"/>
            <a:ext cx="1612200" cy="4506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lang="en" sz="1134">
                <a:solidFill>
                  <a:schemeClr val="dk1"/>
                </a:solidFill>
                <a:latin typeface="Open Sans"/>
                <a:ea typeface="Open Sans"/>
                <a:cs typeface="Open Sans"/>
                <a:sym typeface="Open Sans"/>
              </a:rPr>
              <a:t>Events stored in JSON API; Gemini enrichment adds hours + priority</a:t>
            </a:r>
            <a:endParaRPr sz="1134">
              <a:solidFill>
                <a:schemeClr val="dk1"/>
              </a:solidFill>
              <a:latin typeface="Open Sans"/>
              <a:ea typeface="Open Sans"/>
              <a:cs typeface="Open Sans"/>
              <a:sym typeface="Open Sans"/>
            </a:endParaRPr>
          </a:p>
        </p:txBody>
      </p:sp>
      <p:sp>
        <p:nvSpPr>
          <p:cNvPr id="483" name="Google Shape;483;p33"/>
          <p:cNvSpPr txBox="1"/>
          <p:nvPr/>
        </p:nvSpPr>
        <p:spPr>
          <a:xfrm>
            <a:off x="928573" y="3358720"/>
            <a:ext cx="1701900" cy="3621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571">
                <a:latin typeface="Lato"/>
                <a:ea typeface="Lato"/>
                <a:cs typeface="Lato"/>
                <a:sym typeface="Lato"/>
              </a:rPr>
              <a:t>Event Ingestion Module</a:t>
            </a:r>
            <a:endParaRPr b="1" sz="1571">
              <a:latin typeface="Lato"/>
              <a:ea typeface="Lato"/>
              <a:cs typeface="Lato"/>
              <a:sym typeface="Lato"/>
            </a:endParaRPr>
          </a:p>
        </p:txBody>
      </p:sp>
      <p:sp>
        <p:nvSpPr>
          <p:cNvPr id="484" name="Google Shape;484;p33"/>
          <p:cNvSpPr/>
          <p:nvPr/>
        </p:nvSpPr>
        <p:spPr>
          <a:xfrm>
            <a:off x="4705288" y="3053643"/>
            <a:ext cx="193880" cy="1129061"/>
          </a:xfrm>
          <a:custGeom>
            <a:rect b="b" l="l" r="r" t="t"/>
            <a:pathLst>
              <a:path extrusionOk="0" h="44804" w="9205">
                <a:moveTo>
                  <a:pt x="7097" y="0"/>
                </a:moveTo>
                <a:cubicBezTo>
                  <a:pt x="2811" y="2143"/>
                  <a:pt x="1" y="6549"/>
                  <a:pt x="1" y="11514"/>
                </a:cubicBezTo>
                <a:lnTo>
                  <a:pt x="1" y="44803"/>
                </a:lnTo>
                <a:lnTo>
                  <a:pt x="2180" y="44803"/>
                </a:lnTo>
                <a:lnTo>
                  <a:pt x="2180" y="11514"/>
                </a:lnTo>
                <a:cubicBezTo>
                  <a:pt x="2180" y="6965"/>
                  <a:pt x="5025" y="2989"/>
                  <a:pt x="9204" y="1477"/>
                </a:cubicBezTo>
                <a:lnTo>
                  <a:pt x="9204" y="0"/>
                </a:lnTo>
                <a:close/>
              </a:path>
            </a:pathLst>
          </a:custGeom>
          <a:solidFill>
            <a:schemeClr val="dk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85" name="Google Shape;485;p33"/>
          <p:cNvSpPr/>
          <p:nvPr/>
        </p:nvSpPr>
        <p:spPr>
          <a:xfrm>
            <a:off x="4062076" y="2601125"/>
            <a:ext cx="1044995" cy="496296"/>
          </a:xfrm>
          <a:custGeom>
            <a:rect b="b" l="l" r="r" t="t"/>
            <a:pathLst>
              <a:path extrusionOk="0" h="23563" w="49614">
                <a:moveTo>
                  <a:pt x="0" y="0"/>
                </a:moveTo>
                <a:cubicBezTo>
                  <a:pt x="4620" y="1917"/>
                  <a:pt x="7870" y="6477"/>
                  <a:pt x="7870" y="11788"/>
                </a:cubicBezTo>
                <a:cubicBezTo>
                  <a:pt x="7870" y="17098"/>
                  <a:pt x="4620" y="21646"/>
                  <a:pt x="0" y="23563"/>
                </a:cubicBezTo>
                <a:lnTo>
                  <a:pt x="37826" y="23563"/>
                </a:lnTo>
                <a:cubicBezTo>
                  <a:pt x="44339" y="23563"/>
                  <a:pt x="49614" y="18288"/>
                  <a:pt x="49614" y="11788"/>
                </a:cubicBezTo>
                <a:cubicBezTo>
                  <a:pt x="49614" y="5275"/>
                  <a:pt x="44339" y="0"/>
                  <a:pt x="37826" y="0"/>
                </a:cubicBezTo>
                <a:close/>
              </a:path>
            </a:pathLst>
          </a:custGeom>
          <a:solidFill>
            <a:schemeClr val="dk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4</a:t>
            </a:r>
            <a:endParaRPr b="1" sz="1745">
              <a:solidFill>
                <a:srgbClr val="FFFFFF"/>
              </a:solidFill>
              <a:latin typeface="Lato"/>
              <a:ea typeface="Lato"/>
              <a:cs typeface="Lato"/>
              <a:sym typeface="Lato"/>
            </a:endParaRPr>
          </a:p>
        </p:txBody>
      </p:sp>
      <p:sp>
        <p:nvSpPr>
          <p:cNvPr id="486" name="Google Shape;486;p33"/>
          <p:cNvSpPr txBox="1"/>
          <p:nvPr/>
        </p:nvSpPr>
        <p:spPr>
          <a:xfrm>
            <a:off x="2541600" y="3742350"/>
            <a:ext cx="2089200" cy="5913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lang="en" sz="1222">
                <a:solidFill>
                  <a:schemeClr val="dk1"/>
                </a:solidFill>
                <a:latin typeface="Open Sans"/>
                <a:ea typeface="Open Sans"/>
                <a:cs typeface="Open Sans"/>
                <a:sym typeface="Open Sans"/>
              </a:rPr>
              <a:t>Event details converted into embeddings</a:t>
            </a:r>
            <a:endParaRPr sz="1222">
              <a:solidFill>
                <a:schemeClr val="dk1"/>
              </a:solidFill>
              <a:latin typeface="Open Sans"/>
              <a:ea typeface="Open Sans"/>
              <a:cs typeface="Open Sans"/>
              <a:sym typeface="Open Sans"/>
            </a:endParaRPr>
          </a:p>
        </p:txBody>
      </p:sp>
      <p:sp>
        <p:nvSpPr>
          <p:cNvPr id="487" name="Google Shape;487;p33"/>
          <p:cNvSpPr txBox="1"/>
          <p:nvPr/>
        </p:nvSpPr>
        <p:spPr>
          <a:xfrm>
            <a:off x="2191441" y="3358720"/>
            <a:ext cx="2439000" cy="3621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571">
                <a:latin typeface="Lato"/>
                <a:ea typeface="Lato"/>
                <a:cs typeface="Lato"/>
                <a:sym typeface="Lato"/>
              </a:rPr>
              <a:t xml:space="preserve">Embeddings </a:t>
            </a:r>
            <a:endParaRPr b="1" sz="1571">
              <a:latin typeface="Lato"/>
              <a:ea typeface="Lato"/>
              <a:cs typeface="Lato"/>
              <a:sym typeface="Lato"/>
            </a:endParaRPr>
          </a:p>
          <a:p>
            <a:pPr indent="0" lvl="0" marL="0" rtl="0" algn="r">
              <a:spcBef>
                <a:spcPts val="0"/>
              </a:spcBef>
              <a:spcAft>
                <a:spcPts val="0"/>
              </a:spcAft>
              <a:buNone/>
            </a:pPr>
            <a:r>
              <a:rPr b="1" lang="en" sz="1571">
                <a:latin typeface="Lato"/>
                <a:ea typeface="Lato"/>
                <a:cs typeface="Lato"/>
                <a:sym typeface="Lato"/>
              </a:rPr>
              <a:t>Generation</a:t>
            </a:r>
            <a:endParaRPr b="1" sz="1571">
              <a:latin typeface="Lato"/>
              <a:ea typeface="Lato"/>
              <a:cs typeface="Lato"/>
              <a:sym typeface="Lato"/>
            </a:endParaRPr>
          </a:p>
        </p:txBody>
      </p:sp>
      <p:sp>
        <p:nvSpPr>
          <p:cNvPr id="488" name="Google Shape;488;p33"/>
          <p:cNvSpPr/>
          <p:nvPr/>
        </p:nvSpPr>
        <p:spPr>
          <a:xfrm>
            <a:off x="6702403" y="3053643"/>
            <a:ext cx="193859" cy="1129061"/>
          </a:xfrm>
          <a:custGeom>
            <a:rect b="b" l="l" r="r" t="t"/>
            <a:pathLst>
              <a:path extrusionOk="0" h="44804" w="9204">
                <a:moveTo>
                  <a:pt x="7096" y="0"/>
                </a:moveTo>
                <a:cubicBezTo>
                  <a:pt x="2810" y="2143"/>
                  <a:pt x="0" y="6549"/>
                  <a:pt x="0" y="11514"/>
                </a:cubicBezTo>
                <a:lnTo>
                  <a:pt x="0" y="44803"/>
                </a:lnTo>
                <a:lnTo>
                  <a:pt x="2179" y="44803"/>
                </a:lnTo>
                <a:lnTo>
                  <a:pt x="2179" y="11514"/>
                </a:lnTo>
                <a:cubicBezTo>
                  <a:pt x="2179" y="6965"/>
                  <a:pt x="5025" y="2989"/>
                  <a:pt x="9204" y="1477"/>
                </a:cubicBezTo>
                <a:lnTo>
                  <a:pt x="9204" y="0"/>
                </a:lnTo>
                <a:close/>
              </a:path>
            </a:pathLst>
          </a:custGeom>
          <a:solidFill>
            <a:schemeClr val="dk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89" name="Google Shape;489;p33"/>
          <p:cNvSpPr/>
          <p:nvPr/>
        </p:nvSpPr>
        <p:spPr>
          <a:xfrm>
            <a:off x="6059170" y="2601125"/>
            <a:ext cx="1044995" cy="496296"/>
          </a:xfrm>
          <a:custGeom>
            <a:rect b="b" l="l" r="r" t="t"/>
            <a:pathLst>
              <a:path extrusionOk="0" h="23563" w="49614">
                <a:moveTo>
                  <a:pt x="1" y="0"/>
                </a:moveTo>
                <a:cubicBezTo>
                  <a:pt x="4620" y="1917"/>
                  <a:pt x="7871" y="6477"/>
                  <a:pt x="7871" y="11788"/>
                </a:cubicBezTo>
                <a:cubicBezTo>
                  <a:pt x="7871" y="17098"/>
                  <a:pt x="4620" y="21646"/>
                  <a:pt x="1" y="23563"/>
                </a:cubicBezTo>
                <a:lnTo>
                  <a:pt x="37827" y="23563"/>
                </a:lnTo>
                <a:cubicBezTo>
                  <a:pt x="44340" y="23563"/>
                  <a:pt x="49614" y="18288"/>
                  <a:pt x="49614" y="11788"/>
                </a:cubicBezTo>
                <a:cubicBezTo>
                  <a:pt x="49614" y="5275"/>
                  <a:pt x="44340" y="0"/>
                  <a:pt x="37827" y="0"/>
                </a:cubicBezTo>
                <a:close/>
              </a:path>
            </a:pathLst>
          </a:custGeom>
          <a:solidFill>
            <a:schemeClr val="dk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6</a:t>
            </a:r>
            <a:endParaRPr b="1" sz="1745">
              <a:solidFill>
                <a:srgbClr val="FFFFFF"/>
              </a:solidFill>
              <a:latin typeface="Lato"/>
              <a:ea typeface="Lato"/>
              <a:cs typeface="Lato"/>
              <a:sym typeface="Lato"/>
            </a:endParaRPr>
          </a:p>
        </p:txBody>
      </p:sp>
      <p:sp>
        <p:nvSpPr>
          <p:cNvPr id="490" name="Google Shape;490;p33"/>
          <p:cNvSpPr txBox="1"/>
          <p:nvPr/>
        </p:nvSpPr>
        <p:spPr>
          <a:xfrm>
            <a:off x="5243100" y="3742351"/>
            <a:ext cx="1384800" cy="4962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lang="en" sz="1222">
                <a:solidFill>
                  <a:schemeClr val="dk1"/>
                </a:solidFill>
                <a:latin typeface="Open Sans"/>
                <a:ea typeface="Open Sans"/>
                <a:cs typeface="Open Sans"/>
                <a:sym typeface="Open Sans"/>
              </a:rPr>
              <a:t>Top-K events via in-memory cosine similarity</a:t>
            </a:r>
            <a:endParaRPr sz="1222">
              <a:solidFill>
                <a:schemeClr val="dk1"/>
              </a:solidFill>
              <a:latin typeface="Open Sans"/>
              <a:ea typeface="Open Sans"/>
              <a:cs typeface="Open Sans"/>
              <a:sym typeface="Open Sans"/>
            </a:endParaRPr>
          </a:p>
        </p:txBody>
      </p:sp>
      <p:sp>
        <p:nvSpPr>
          <p:cNvPr id="491" name="Google Shape;491;p33"/>
          <p:cNvSpPr txBox="1"/>
          <p:nvPr/>
        </p:nvSpPr>
        <p:spPr>
          <a:xfrm>
            <a:off x="5447038" y="3358725"/>
            <a:ext cx="1180500" cy="3621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745">
                <a:latin typeface="Lato"/>
                <a:ea typeface="Lato"/>
                <a:cs typeface="Lato"/>
                <a:sym typeface="Lato"/>
              </a:rPr>
              <a:t>Retrieval Layer</a:t>
            </a:r>
            <a:endParaRPr b="1" sz="1745">
              <a:latin typeface="Lato"/>
              <a:ea typeface="Lato"/>
              <a:cs typeface="Lato"/>
              <a:sym typeface="Lato"/>
            </a:endParaRPr>
          </a:p>
        </p:txBody>
      </p:sp>
      <p:sp>
        <p:nvSpPr>
          <p:cNvPr id="492" name="Google Shape;492;p33"/>
          <p:cNvSpPr/>
          <p:nvPr/>
        </p:nvSpPr>
        <p:spPr>
          <a:xfrm>
            <a:off x="7756615" y="1475036"/>
            <a:ext cx="194133" cy="1185644"/>
          </a:xfrm>
          <a:custGeom>
            <a:rect b="b" l="l" r="r" t="t"/>
            <a:pathLst>
              <a:path extrusionOk="0" h="44792" w="9217">
                <a:moveTo>
                  <a:pt x="1" y="1"/>
                </a:moveTo>
                <a:lnTo>
                  <a:pt x="1" y="33291"/>
                </a:lnTo>
                <a:cubicBezTo>
                  <a:pt x="1" y="38244"/>
                  <a:pt x="2823" y="42649"/>
                  <a:pt x="7097" y="44792"/>
                </a:cubicBezTo>
                <a:lnTo>
                  <a:pt x="9216" y="44792"/>
                </a:lnTo>
                <a:lnTo>
                  <a:pt x="9216" y="43328"/>
                </a:lnTo>
                <a:cubicBezTo>
                  <a:pt x="5025" y="41804"/>
                  <a:pt x="2192" y="37827"/>
                  <a:pt x="2192" y="33291"/>
                </a:cubicBezTo>
                <a:lnTo>
                  <a:pt x="2192" y="1"/>
                </a:lnTo>
                <a:close/>
              </a:path>
            </a:pathLst>
          </a:custGeom>
          <a:solidFill>
            <a:schemeClr val="lt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93" name="Google Shape;493;p33"/>
          <p:cNvSpPr/>
          <p:nvPr/>
        </p:nvSpPr>
        <p:spPr>
          <a:xfrm>
            <a:off x="7060738" y="2601125"/>
            <a:ext cx="1045016" cy="496296"/>
          </a:xfrm>
          <a:custGeom>
            <a:rect b="b" l="l" r="r" t="t"/>
            <a:pathLst>
              <a:path extrusionOk="0" h="23563" w="49615">
                <a:moveTo>
                  <a:pt x="1" y="0"/>
                </a:moveTo>
                <a:cubicBezTo>
                  <a:pt x="4621" y="1917"/>
                  <a:pt x="7871" y="6477"/>
                  <a:pt x="7871" y="11788"/>
                </a:cubicBezTo>
                <a:cubicBezTo>
                  <a:pt x="7871" y="17098"/>
                  <a:pt x="4621" y="21646"/>
                  <a:pt x="1" y="23563"/>
                </a:cubicBezTo>
                <a:lnTo>
                  <a:pt x="37827" y="23563"/>
                </a:lnTo>
                <a:cubicBezTo>
                  <a:pt x="44340" y="23563"/>
                  <a:pt x="49614" y="18288"/>
                  <a:pt x="49614" y="11788"/>
                </a:cubicBezTo>
                <a:cubicBezTo>
                  <a:pt x="49614" y="5275"/>
                  <a:pt x="44340" y="0"/>
                  <a:pt x="37827" y="0"/>
                </a:cubicBezTo>
                <a:close/>
              </a:path>
            </a:pathLst>
          </a:custGeom>
          <a:solidFill>
            <a:schemeClr val="lt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7</a:t>
            </a:r>
            <a:endParaRPr b="1" sz="1745">
              <a:solidFill>
                <a:srgbClr val="FFFFFF"/>
              </a:solidFill>
              <a:latin typeface="Lato"/>
              <a:ea typeface="Lato"/>
              <a:cs typeface="Lato"/>
              <a:sym typeface="Lato"/>
            </a:endParaRPr>
          </a:p>
        </p:txBody>
      </p:sp>
      <p:sp>
        <p:nvSpPr>
          <p:cNvPr id="494" name="Google Shape;494;p33"/>
          <p:cNvSpPr txBox="1"/>
          <p:nvPr/>
        </p:nvSpPr>
        <p:spPr>
          <a:xfrm>
            <a:off x="6072433" y="1464651"/>
            <a:ext cx="1612200" cy="6936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571">
                <a:latin typeface="Lato"/>
                <a:ea typeface="Lato"/>
                <a:cs typeface="Lato"/>
                <a:sym typeface="Lato"/>
              </a:rPr>
              <a:t>LLM Response Generation</a:t>
            </a:r>
            <a:endParaRPr b="1" sz="1571">
              <a:latin typeface="Lato"/>
              <a:ea typeface="Lato"/>
              <a:cs typeface="Lato"/>
              <a:sym typeface="Lato"/>
            </a:endParaRPr>
          </a:p>
        </p:txBody>
      </p:sp>
      <p:sp>
        <p:nvSpPr>
          <p:cNvPr id="495" name="Google Shape;495;p33"/>
          <p:cNvSpPr/>
          <p:nvPr/>
        </p:nvSpPr>
        <p:spPr>
          <a:xfrm>
            <a:off x="8702528" y="3053643"/>
            <a:ext cx="193859" cy="1129061"/>
          </a:xfrm>
          <a:custGeom>
            <a:rect b="b" l="l" r="r" t="t"/>
            <a:pathLst>
              <a:path extrusionOk="0" h="44804" w="9204">
                <a:moveTo>
                  <a:pt x="7096" y="0"/>
                </a:moveTo>
                <a:cubicBezTo>
                  <a:pt x="2810" y="2143"/>
                  <a:pt x="0" y="6549"/>
                  <a:pt x="0" y="11514"/>
                </a:cubicBezTo>
                <a:lnTo>
                  <a:pt x="0" y="44803"/>
                </a:lnTo>
                <a:lnTo>
                  <a:pt x="2179" y="44803"/>
                </a:lnTo>
                <a:lnTo>
                  <a:pt x="2179" y="11514"/>
                </a:lnTo>
                <a:cubicBezTo>
                  <a:pt x="2179" y="6965"/>
                  <a:pt x="5025" y="2989"/>
                  <a:pt x="9204" y="1477"/>
                </a:cubicBezTo>
                <a:lnTo>
                  <a:pt x="9204" y="0"/>
                </a:lnTo>
                <a:close/>
              </a:path>
            </a:pathLst>
          </a:custGeom>
          <a:solidFill>
            <a:schemeClr val="dk2"/>
          </a:solidFill>
          <a:ln>
            <a:noFill/>
          </a:ln>
        </p:spPr>
        <p:txBody>
          <a:bodyPr anchorCtr="0" anchor="ctr" bIns="79775" lIns="79775" spcFirstLastPara="1" rIns="79775" wrap="square" tIns="79775">
            <a:noAutofit/>
          </a:bodyPr>
          <a:lstStyle/>
          <a:p>
            <a:pPr indent="0" lvl="0" marL="0" rtl="0" algn="l">
              <a:spcBef>
                <a:spcPts val="0"/>
              </a:spcBef>
              <a:spcAft>
                <a:spcPts val="0"/>
              </a:spcAft>
              <a:buNone/>
            </a:pPr>
            <a:r>
              <a:t/>
            </a:r>
            <a:endParaRPr/>
          </a:p>
        </p:txBody>
      </p:sp>
      <p:sp>
        <p:nvSpPr>
          <p:cNvPr id="496" name="Google Shape;496;p33"/>
          <p:cNvSpPr/>
          <p:nvPr/>
        </p:nvSpPr>
        <p:spPr>
          <a:xfrm>
            <a:off x="8059295" y="2601125"/>
            <a:ext cx="1044995" cy="496296"/>
          </a:xfrm>
          <a:custGeom>
            <a:rect b="b" l="l" r="r" t="t"/>
            <a:pathLst>
              <a:path extrusionOk="0" h="23563" w="49614">
                <a:moveTo>
                  <a:pt x="1" y="0"/>
                </a:moveTo>
                <a:cubicBezTo>
                  <a:pt x="4620" y="1917"/>
                  <a:pt x="7871" y="6477"/>
                  <a:pt x="7871" y="11788"/>
                </a:cubicBezTo>
                <a:cubicBezTo>
                  <a:pt x="7871" y="17098"/>
                  <a:pt x="4620" y="21646"/>
                  <a:pt x="1" y="23563"/>
                </a:cubicBezTo>
                <a:lnTo>
                  <a:pt x="37827" y="23563"/>
                </a:lnTo>
                <a:cubicBezTo>
                  <a:pt x="44340" y="23563"/>
                  <a:pt x="49614" y="18288"/>
                  <a:pt x="49614" y="11788"/>
                </a:cubicBezTo>
                <a:cubicBezTo>
                  <a:pt x="49614" y="5275"/>
                  <a:pt x="44340" y="0"/>
                  <a:pt x="37827" y="0"/>
                </a:cubicBezTo>
                <a:close/>
              </a:path>
            </a:pathLst>
          </a:custGeom>
          <a:solidFill>
            <a:schemeClr val="dk2"/>
          </a:solidFill>
          <a:ln>
            <a:noFill/>
          </a:ln>
        </p:spPr>
        <p:txBody>
          <a:bodyPr anchorCtr="0" anchor="ctr" bIns="79775" lIns="79775" spcFirstLastPara="1" rIns="79775" wrap="square" tIns="79775">
            <a:noAutofit/>
          </a:bodyPr>
          <a:lstStyle/>
          <a:p>
            <a:pPr indent="0" lvl="0" marL="0" rtl="0" algn="ctr">
              <a:spcBef>
                <a:spcPts val="0"/>
              </a:spcBef>
              <a:spcAft>
                <a:spcPts val="0"/>
              </a:spcAft>
              <a:buNone/>
            </a:pPr>
            <a:r>
              <a:rPr b="1" lang="en" sz="1745">
                <a:solidFill>
                  <a:srgbClr val="FFFFFF"/>
                </a:solidFill>
                <a:latin typeface="Lato"/>
                <a:ea typeface="Lato"/>
                <a:cs typeface="Lato"/>
                <a:sym typeface="Lato"/>
              </a:rPr>
              <a:t>8</a:t>
            </a:r>
            <a:endParaRPr b="1" sz="1745">
              <a:solidFill>
                <a:srgbClr val="FFFFFF"/>
              </a:solidFill>
              <a:latin typeface="Lato"/>
              <a:ea typeface="Lato"/>
              <a:cs typeface="Lato"/>
              <a:sym typeface="Lato"/>
            </a:endParaRPr>
          </a:p>
        </p:txBody>
      </p:sp>
      <p:sp>
        <p:nvSpPr>
          <p:cNvPr id="497" name="Google Shape;497;p33"/>
          <p:cNvSpPr txBox="1"/>
          <p:nvPr/>
        </p:nvSpPr>
        <p:spPr>
          <a:xfrm>
            <a:off x="7112379" y="3358725"/>
            <a:ext cx="1515300" cy="362100"/>
          </a:xfrm>
          <a:prstGeom prst="rect">
            <a:avLst/>
          </a:prstGeom>
          <a:noFill/>
          <a:ln>
            <a:noFill/>
          </a:ln>
        </p:spPr>
        <p:txBody>
          <a:bodyPr anchorCtr="0" anchor="ctr" bIns="79775" lIns="79775" spcFirstLastPara="1" rIns="79775" wrap="square" tIns="79775">
            <a:noAutofit/>
          </a:bodyPr>
          <a:lstStyle/>
          <a:p>
            <a:pPr indent="0" lvl="0" marL="0" rtl="0" algn="r">
              <a:spcBef>
                <a:spcPts val="0"/>
              </a:spcBef>
              <a:spcAft>
                <a:spcPts val="0"/>
              </a:spcAft>
              <a:buNone/>
            </a:pPr>
            <a:r>
              <a:rPr b="1" lang="en" sz="1745">
                <a:latin typeface="Lato"/>
                <a:ea typeface="Lato"/>
                <a:cs typeface="Lato"/>
                <a:sym typeface="Lato"/>
              </a:rPr>
              <a:t>Formatted Output</a:t>
            </a:r>
            <a:endParaRPr b="1" sz="1745">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1" name="Shape 501"/>
        <p:cNvGrpSpPr/>
        <p:nvPr/>
      </p:nvGrpSpPr>
      <p:grpSpPr>
        <a:xfrm>
          <a:off x="0" y="0"/>
          <a:ext cx="0" cy="0"/>
          <a:chOff x="0" y="0"/>
          <a:chExt cx="0" cy="0"/>
        </a:xfrm>
      </p:grpSpPr>
      <p:sp>
        <p:nvSpPr>
          <p:cNvPr id="502" name="Google Shape;502;p34"/>
          <p:cNvSpPr txBox="1"/>
          <p:nvPr>
            <p:ph idx="2" type="title"/>
          </p:nvPr>
        </p:nvSpPr>
        <p:spPr>
          <a:xfrm>
            <a:off x="1943250" y="186200"/>
            <a:ext cx="5257500" cy="64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Core Design Decisions</a:t>
            </a:r>
            <a:endParaRPr sz="2800"/>
          </a:p>
        </p:txBody>
      </p:sp>
      <p:sp>
        <p:nvSpPr>
          <p:cNvPr id="503" name="Google Shape;503;p34"/>
          <p:cNvSpPr txBox="1"/>
          <p:nvPr>
            <p:ph idx="1" type="subTitle"/>
          </p:nvPr>
        </p:nvSpPr>
        <p:spPr>
          <a:xfrm>
            <a:off x="1182750" y="1344025"/>
            <a:ext cx="7140000" cy="342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Chunking Strategy</a:t>
            </a:r>
            <a:endParaRPr sz="1300"/>
          </a:p>
          <a:p>
            <a:pPr indent="-298450" lvl="0" marL="457200" rtl="0" algn="l">
              <a:spcBef>
                <a:spcPts val="0"/>
              </a:spcBef>
              <a:spcAft>
                <a:spcPts val="0"/>
              </a:spcAft>
              <a:buSzPts val="1100"/>
              <a:buChar char="-"/>
            </a:pPr>
            <a:r>
              <a:rPr lang="en" sz="1300"/>
              <a:t>Each event = one chunk; Gemini text-embedding-004 vector stored inline on the event</a:t>
            </a:r>
            <a:endParaRPr sz="1300"/>
          </a:p>
          <a:p>
            <a:pPr indent="-298450" lvl="0" marL="457200" rtl="0" algn="l">
              <a:spcBef>
                <a:spcPts val="0"/>
              </a:spcBef>
              <a:spcAft>
                <a:spcPts val="0"/>
              </a:spcAft>
              <a:buSzPts val="1100"/>
              <a:buChar char="-"/>
            </a:pPr>
            <a:r>
              <a:rPr lang="en" sz="1300"/>
              <a:t>No overlap needed — events are atomic; embedding covers title + description + category</a:t>
            </a:r>
            <a:endParaRPr sz="1300"/>
          </a:p>
          <a:p>
            <a:pPr indent="-298450" lvl="0" marL="457200" rtl="0" algn="l">
              <a:spcBef>
                <a:spcPts val="0"/>
              </a:spcBef>
              <a:spcAft>
                <a:spcPts val="0"/>
              </a:spcAft>
              <a:buSzPts val="1100"/>
              <a:buChar char="-"/>
            </a:pPr>
            <a:r>
              <a:rPr lang="en" sz="1300"/>
              <a:t>Average chunk size: 50 - 200 tokens (short event descriptions)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Retrieval Configuration</a:t>
            </a:r>
            <a:endParaRPr sz="1300"/>
          </a:p>
          <a:p>
            <a:pPr indent="-298450" lvl="0" marL="457200" rtl="0" algn="l">
              <a:spcBef>
                <a:spcPts val="0"/>
              </a:spcBef>
              <a:spcAft>
                <a:spcPts val="0"/>
              </a:spcAft>
              <a:buSzPts val="1100"/>
              <a:buChar char="-"/>
            </a:pPr>
            <a:r>
              <a:rPr lang="en" sz="1300"/>
              <a:t>Top-k retrieval: k = 5 by cosine similarity over in-memory embedding vectors</a:t>
            </a:r>
            <a:endParaRPr sz="1300"/>
          </a:p>
          <a:p>
            <a:pPr indent="-298450" lvl="0" marL="457200" rtl="0" algn="l">
              <a:spcBef>
                <a:spcPts val="0"/>
              </a:spcBef>
              <a:spcAft>
                <a:spcPts val="0"/>
              </a:spcAft>
              <a:buSzPts val="1100"/>
              <a:buChar char="-"/>
            </a:pPr>
            <a:r>
              <a:rPr lang="en" sz="1300"/>
              <a:t>Filtering by</a:t>
            </a:r>
            <a:endParaRPr sz="1300"/>
          </a:p>
          <a:p>
            <a:pPr indent="-298450" lvl="1" marL="914400" rtl="0" algn="l">
              <a:spcBef>
                <a:spcPts val="0"/>
              </a:spcBef>
              <a:spcAft>
                <a:spcPts val="0"/>
              </a:spcAft>
              <a:buSzPts val="1100"/>
              <a:buChar char="-"/>
            </a:pPr>
            <a:r>
              <a:rPr lang="en" sz="1300"/>
              <a:t>Date range (e.g., “this week”)</a:t>
            </a:r>
            <a:endParaRPr sz="1300"/>
          </a:p>
          <a:p>
            <a:pPr indent="-298450" lvl="1" marL="914400" rtl="0" algn="l">
              <a:spcBef>
                <a:spcPts val="0"/>
              </a:spcBef>
              <a:spcAft>
                <a:spcPts val="0"/>
              </a:spcAft>
              <a:buSzPts val="1100"/>
              <a:buChar char="-"/>
            </a:pPr>
            <a:r>
              <a:rPr lang="en" sz="1300"/>
              <a:t>Category (Academic, Work, Personal)</a:t>
            </a:r>
            <a:endParaRPr sz="1300"/>
          </a:p>
          <a:p>
            <a:pPr indent="-298450" lvl="1" marL="914400" rtl="0" algn="l">
              <a:spcBef>
                <a:spcPts val="0"/>
              </a:spcBef>
              <a:spcAft>
                <a:spcPts val="0"/>
              </a:spcAft>
              <a:buSzPts val="1100"/>
              <a:buChar char="-"/>
            </a:pPr>
            <a:r>
              <a:rPr lang="en" sz="1300"/>
              <a:t>Priority level</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Output Format</a:t>
            </a:r>
            <a:endParaRPr sz="1300"/>
          </a:p>
          <a:p>
            <a:pPr indent="-298450" lvl="0" marL="457200" rtl="0" algn="l">
              <a:spcBef>
                <a:spcPts val="0"/>
              </a:spcBef>
              <a:spcAft>
                <a:spcPts val="0"/>
              </a:spcAft>
              <a:buSzPts val="1100"/>
              <a:buChar char="-"/>
            </a:pPr>
            <a:r>
              <a:rPr lang="en" sz="1300"/>
              <a:t>Natural-language response</a:t>
            </a:r>
            <a:endParaRPr sz="1300"/>
          </a:p>
          <a:p>
            <a:pPr indent="-298450" lvl="0" marL="457200" rtl="0" algn="l">
              <a:spcBef>
                <a:spcPts val="0"/>
              </a:spcBef>
              <a:spcAft>
                <a:spcPts val="0"/>
              </a:spcAft>
              <a:buSzPts val="1100"/>
              <a:buChar char="-"/>
            </a:pPr>
            <a:r>
              <a:rPr lang="en" sz="1300"/>
              <a:t>Gemini responseSchema-validated JSON for every structured AI call</a:t>
            </a:r>
            <a:endParaRPr sz="1300"/>
          </a:p>
          <a:p>
            <a:pPr indent="0" lvl="0" marL="914400" rtl="0" algn="l">
              <a:spcBef>
                <a:spcPts val="0"/>
              </a:spcBef>
              <a:spcAft>
                <a:spcPts val="0"/>
              </a:spcAft>
              <a:buNone/>
            </a:pPr>
            <a:r>
              <a:rPr lang="en" sz="1300"/>
              <a:t>{</a:t>
            </a:r>
            <a:endParaRPr sz="1300"/>
          </a:p>
          <a:p>
            <a:pPr indent="0" lvl="0" marL="914400" rtl="0" algn="l">
              <a:spcBef>
                <a:spcPts val="0"/>
              </a:spcBef>
              <a:spcAft>
                <a:spcPts val="0"/>
              </a:spcAft>
              <a:buNone/>
            </a:pPr>
            <a:r>
              <a:rPr lang="en" sz="1300"/>
              <a:t xml:space="preserve">	“upcoming_tasks”: [...],</a:t>
            </a:r>
            <a:endParaRPr sz="1300"/>
          </a:p>
          <a:p>
            <a:pPr indent="0" lvl="0" marL="914400" rtl="0" algn="l">
              <a:spcBef>
                <a:spcPts val="0"/>
              </a:spcBef>
              <a:spcAft>
                <a:spcPts val="0"/>
              </a:spcAft>
              <a:buNone/>
            </a:pPr>
            <a:r>
              <a:rPr lang="en" sz="1300"/>
              <a:t xml:space="preserve">	“</a:t>
            </a:r>
            <a:r>
              <a:rPr lang="en" sz="1300"/>
              <a:t>c</a:t>
            </a:r>
            <a:r>
              <a:rPr lang="en" sz="1300"/>
              <a:t>onflicts_detected”: false,</a:t>
            </a:r>
            <a:endParaRPr sz="1300"/>
          </a:p>
          <a:p>
            <a:pPr indent="0" lvl="0" marL="914400" rtl="0" algn="l">
              <a:spcBef>
                <a:spcPts val="0"/>
              </a:spcBef>
              <a:spcAft>
                <a:spcPts val="0"/>
              </a:spcAft>
              <a:buNone/>
            </a:pPr>
            <a:r>
              <a:rPr lang="en" sz="1300"/>
              <a:t xml:space="preserve">	“</a:t>
            </a:r>
            <a:r>
              <a:rPr lang="en" sz="1300"/>
              <a:t>p</a:t>
            </a:r>
            <a:r>
              <a:rPr lang="en" sz="1300"/>
              <a:t>riority_flag”: “High”</a:t>
            </a:r>
            <a:endParaRPr sz="1300"/>
          </a:p>
          <a:p>
            <a:pPr indent="0" lvl="0" marL="914400" rtl="0" algn="l">
              <a:spcBef>
                <a:spcPts val="0"/>
              </a:spcBef>
              <a:spcAft>
                <a:spcPts val="0"/>
              </a:spcAft>
              <a:buNone/>
            </a:pPr>
            <a:r>
              <a:rPr lang="en" sz="1300"/>
              <a:t>}</a:t>
            </a:r>
            <a:endParaRPr sz="1300"/>
          </a:p>
          <a:p>
            <a:pPr indent="0" lvl="0" marL="0" rtl="0" algn="l">
              <a:spcBef>
                <a:spcPts val="0"/>
              </a:spcBef>
              <a:spcAft>
                <a:spcPts val="0"/>
              </a:spcAft>
              <a:buNone/>
            </a:pPr>
            <a:r>
              <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8" name="Shape 528"/>
        <p:cNvGrpSpPr/>
        <p:nvPr/>
      </p:nvGrpSpPr>
      <p:grpSpPr>
        <a:xfrm>
          <a:off x="0" y="0"/>
          <a:ext cx="0" cy="0"/>
          <a:chOff x="0" y="0"/>
          <a:chExt cx="0" cy="0"/>
        </a:xfrm>
      </p:grpSpPr>
      <p:sp>
        <p:nvSpPr>
          <p:cNvPr id="529" name="Google Shape;529;p38"/>
          <p:cNvSpPr txBox="1"/>
          <p:nvPr>
            <p:ph type="title"/>
          </p:nvPr>
        </p:nvSpPr>
        <p:spPr>
          <a:xfrm>
            <a:off x="702900" y="474000"/>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Evaluation Plan</a:t>
            </a:r>
            <a:endParaRPr/>
          </a:p>
        </p:txBody>
      </p:sp>
      <p:sp>
        <p:nvSpPr>
          <p:cNvPr id="530" name="Google Shape;530;p38"/>
          <p:cNvSpPr txBox="1"/>
          <p:nvPr>
            <p:ph idx="1" type="body"/>
          </p:nvPr>
        </p:nvSpPr>
        <p:spPr>
          <a:xfrm>
            <a:off x="702900" y="1077700"/>
            <a:ext cx="7738200" cy="3413100"/>
          </a:xfrm>
          <a:prstGeom prst="rect">
            <a:avLst/>
          </a:prstGeom>
        </p:spPr>
        <p:txBody>
          <a:bodyPr anchorCtr="0" anchor="t" bIns="91425" lIns="91425" spcFirstLastPara="1" rIns="98800" wrap="square" tIns="91425">
            <a:noAutofit/>
          </a:bodyPr>
          <a:lstStyle/>
          <a:p>
            <a:pPr indent="0" lvl="0" marL="0" rtl="0" algn="l">
              <a:spcBef>
                <a:spcPts val="0"/>
              </a:spcBef>
              <a:spcAft>
                <a:spcPts val="0"/>
              </a:spcAft>
              <a:buNone/>
            </a:pPr>
            <a:r>
              <a:rPr b="1" lang="en"/>
              <a:t>What “good” means</a:t>
            </a:r>
            <a:endParaRPr b="1"/>
          </a:p>
          <a:p>
            <a:pPr indent="-304800" lvl="0" marL="457200" rtl="0" algn="l">
              <a:spcBef>
                <a:spcPts val="0"/>
              </a:spcBef>
              <a:spcAft>
                <a:spcPts val="0"/>
              </a:spcAft>
              <a:buSzPts val="1200"/>
              <a:buChar char="-"/>
            </a:pPr>
            <a:r>
              <a:rPr lang="en"/>
              <a:t>The system will be considered successful when</a:t>
            </a:r>
            <a:endParaRPr/>
          </a:p>
          <a:p>
            <a:pPr indent="-304800" lvl="0" marL="1371600" rtl="0" algn="l">
              <a:spcBef>
                <a:spcPts val="0"/>
              </a:spcBef>
              <a:spcAft>
                <a:spcPts val="0"/>
              </a:spcAft>
              <a:buSzPts val="1200"/>
              <a:buAutoNum type="arabicPeriod"/>
            </a:pPr>
            <a:r>
              <a:rPr lang="en"/>
              <a:t>Retrieved events match the user’s query intent (relevant deadlines shown).</a:t>
            </a:r>
            <a:endParaRPr/>
          </a:p>
          <a:p>
            <a:pPr indent="-304800" lvl="0" marL="1371600" rtl="0" algn="l">
              <a:spcBef>
                <a:spcPts val="0"/>
              </a:spcBef>
              <a:spcAft>
                <a:spcPts val="0"/>
              </a:spcAft>
              <a:buSzPts val="1200"/>
              <a:buAutoNum type="arabicPeriod"/>
            </a:pPr>
            <a:r>
              <a:rPr lang="en"/>
              <a:t>AI responses accurately reflect stored calendar data (no hallucinated events).</a:t>
            </a:r>
            <a:endParaRPr/>
          </a:p>
          <a:p>
            <a:pPr indent="-304800" lvl="0" marL="1371600" rtl="0" algn="l">
              <a:spcBef>
                <a:spcPts val="0"/>
              </a:spcBef>
              <a:spcAft>
                <a:spcPts val="0"/>
              </a:spcAft>
              <a:buSzPts val="1200"/>
              <a:buAutoNum type="arabicPeriod"/>
            </a:pPr>
            <a:r>
              <a:rPr lang="en"/>
              <a:t>High-priority and near-term deadlines are surfaced correctly.</a:t>
            </a:r>
            <a:endParaRPr/>
          </a:p>
          <a:p>
            <a:pPr indent="-304800" lvl="0" marL="1371600" rtl="0" algn="l">
              <a:spcBef>
                <a:spcPts val="0"/>
              </a:spcBef>
              <a:spcAft>
                <a:spcPts val="0"/>
              </a:spcAft>
              <a:buSzPts val="1200"/>
              <a:buAutoNum type="arabicPeriod"/>
            </a:pPr>
            <a:r>
              <a:rPr lang="en"/>
              <a:t>p95 end-to-end latency &lt; 5 seconds, measured live by the Profiling dashboard.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Metrics we’ll track</a:t>
            </a:r>
            <a:endParaRPr b="1"/>
          </a:p>
          <a:p>
            <a:pPr indent="-304800" lvl="0" marL="457200" rtl="0" algn="l">
              <a:spcBef>
                <a:spcPts val="0"/>
              </a:spcBef>
              <a:spcAft>
                <a:spcPts val="0"/>
              </a:spcAft>
              <a:buSzPts val="1200"/>
              <a:buChar char="-"/>
            </a:pPr>
            <a:r>
              <a:rPr lang="en"/>
              <a:t>Retrieval Metrics</a:t>
            </a:r>
            <a:endParaRPr/>
          </a:p>
          <a:p>
            <a:pPr indent="-304800" lvl="1" marL="914400" rtl="0" algn="l">
              <a:spcBef>
                <a:spcPts val="0"/>
              </a:spcBef>
              <a:spcAft>
                <a:spcPts val="0"/>
              </a:spcAft>
              <a:buSzPts val="1200"/>
              <a:buChar char="-"/>
            </a:pPr>
            <a:r>
              <a:rPr lang="en"/>
              <a:t>Precision@k ≥ 0.8 (top-k results are relevant)</a:t>
            </a:r>
            <a:endParaRPr/>
          </a:p>
          <a:p>
            <a:pPr indent="-304800" lvl="1" marL="914400" rtl="0" algn="l">
              <a:spcBef>
                <a:spcPts val="0"/>
              </a:spcBef>
              <a:spcAft>
                <a:spcPts val="0"/>
              </a:spcAft>
              <a:buSzPts val="1200"/>
              <a:buChar char="-"/>
            </a:pPr>
            <a:r>
              <a:rPr lang="en"/>
              <a:t>Recall@k ≥ 0.9 (no important events missed)</a:t>
            </a:r>
            <a:endParaRPr/>
          </a:p>
          <a:p>
            <a:pPr indent="-304800" lvl="1" marL="914400" rtl="0" algn="l">
              <a:spcBef>
                <a:spcPts val="0"/>
              </a:spcBef>
              <a:spcAft>
                <a:spcPts val="0"/>
              </a:spcAft>
              <a:buSzPts val="1200"/>
              <a:buChar char="-"/>
            </a:pPr>
            <a:r>
              <a:rPr lang="en"/>
              <a:t>Date-filter accuracy (Does “this week” return correct range?)</a:t>
            </a:r>
            <a:endParaRPr/>
          </a:p>
          <a:p>
            <a:pPr indent="0" lvl="0" marL="0" rtl="0" algn="l">
              <a:spcBef>
                <a:spcPts val="1600"/>
              </a:spcBef>
              <a:spcAft>
                <a:spcPts val="0"/>
              </a:spcAft>
              <a:buNone/>
            </a:pPr>
            <a:r>
              <a:rPr b="1" lang="en"/>
              <a:t>Faithfulness / Grounding</a:t>
            </a:r>
            <a:endParaRPr b="1"/>
          </a:p>
          <a:p>
            <a:pPr indent="-304800" lvl="0" marL="457200" rtl="0" algn="l">
              <a:spcBef>
                <a:spcPts val="0"/>
              </a:spcBef>
              <a:spcAft>
                <a:spcPts val="0"/>
              </a:spcAft>
              <a:buSzPts val="1200"/>
              <a:buChar char="-"/>
            </a:pPr>
            <a:r>
              <a:rPr lang="en"/>
              <a:t>Grounding rate ≥ 0.95 (responses strictly match stored data)</a:t>
            </a:r>
            <a:endParaRPr/>
          </a:p>
          <a:p>
            <a:pPr indent="-304800" lvl="0" marL="457200" rtl="0" algn="l">
              <a:spcBef>
                <a:spcPts val="0"/>
              </a:spcBef>
              <a:spcAft>
                <a:spcPts val="0"/>
              </a:spcAft>
              <a:buSzPts val="1200"/>
              <a:buChar char="-"/>
            </a:pPr>
            <a:r>
              <a:rPr lang="en"/>
              <a:t>Hallucination rate ≤ 0.05 (invented events flagged and blocked)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Human Evaluation Protocol</a:t>
            </a:r>
            <a:endParaRPr b="1"/>
          </a:p>
          <a:p>
            <a:pPr indent="-304800" lvl="0" marL="457200" rtl="0" algn="l">
              <a:spcBef>
                <a:spcPts val="0"/>
              </a:spcBef>
              <a:spcAft>
                <a:spcPts val="0"/>
              </a:spcAft>
              <a:buSzPts val="1200"/>
              <a:buChar char="-"/>
            </a:pPr>
            <a:r>
              <a:rPr lang="en"/>
              <a:t>4 team members independently grade 20 held-out queries on a 1–5 rubric</a:t>
            </a:r>
            <a:endParaRPr/>
          </a:p>
          <a:p>
            <a:pPr indent="-304800" lvl="0" marL="457200" rtl="0" algn="l">
              <a:spcBef>
                <a:spcPts val="0"/>
              </a:spcBef>
              <a:spcAft>
                <a:spcPts val="0"/>
              </a:spcAft>
              <a:buSzPts val="1200"/>
              <a:buChar char="-"/>
            </a:pPr>
            <a:r>
              <a:rPr lang="en"/>
              <a:t>Rubric dimensions: relevance, grounding, priority correctness, clarity, latency feel</a:t>
            </a:r>
            <a:endParaRPr/>
          </a:p>
          <a:p>
            <a:pPr indent="-304800" lvl="0" marL="457200" rtl="0" algn="l">
              <a:spcBef>
                <a:spcPts val="0"/>
              </a:spcBef>
              <a:spcAft>
                <a:spcPts val="0"/>
              </a:spcAft>
              <a:buSzPts val="1200"/>
              <a:buChar char="-"/>
            </a:pPr>
            <a:r>
              <a:rPr lang="en"/>
              <a:t>Sample regression queries: “What’s due tomorrow?”, “Any conflicts next week?”, “Highest-priority task?”</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4" name="Shape 534"/>
        <p:cNvGrpSpPr/>
        <p:nvPr/>
      </p:nvGrpSpPr>
      <p:grpSpPr>
        <a:xfrm>
          <a:off x="0" y="0"/>
          <a:ext cx="0" cy="0"/>
          <a:chOff x="0" y="0"/>
          <a:chExt cx="0" cy="0"/>
        </a:xfrm>
      </p:grpSpPr>
      <p:sp>
        <p:nvSpPr>
          <p:cNvPr id="535" name="Google Shape;535;p39"/>
          <p:cNvSpPr txBox="1"/>
          <p:nvPr>
            <p:ph type="title"/>
          </p:nvPr>
        </p:nvSpPr>
        <p:spPr>
          <a:xfrm>
            <a:off x="702900" y="474000"/>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Cost/Latency &amp; Reliability Plan</a:t>
            </a:r>
            <a:endParaRPr/>
          </a:p>
        </p:txBody>
      </p:sp>
      <p:sp>
        <p:nvSpPr>
          <p:cNvPr id="536" name="Google Shape;536;p39"/>
          <p:cNvSpPr txBox="1"/>
          <p:nvPr>
            <p:ph idx="1" type="body"/>
          </p:nvPr>
        </p:nvSpPr>
        <p:spPr>
          <a:xfrm>
            <a:off x="702900" y="1077700"/>
            <a:ext cx="7738200" cy="3413100"/>
          </a:xfrm>
          <a:prstGeom prst="rect">
            <a:avLst/>
          </a:prstGeom>
        </p:spPr>
        <p:txBody>
          <a:bodyPr anchorCtr="0" anchor="t" bIns="91425" lIns="91425" spcFirstLastPara="1" rIns="98800" wrap="square" tIns="91425">
            <a:noAutofit/>
          </a:bodyPr>
          <a:lstStyle/>
          <a:p>
            <a:pPr indent="0" lvl="0" marL="0" rtl="0" algn="l">
              <a:spcBef>
                <a:spcPts val="0"/>
              </a:spcBef>
              <a:spcAft>
                <a:spcPts val="0"/>
              </a:spcAft>
              <a:buNone/>
            </a:pPr>
            <a:r>
              <a:rPr b="1" lang="en"/>
              <a:t>What We Will Log</a:t>
            </a:r>
            <a:endParaRPr b="1"/>
          </a:p>
          <a:p>
            <a:pPr indent="-304800" lvl="0" marL="457200" rtl="0" algn="l">
              <a:spcBef>
                <a:spcPts val="0"/>
              </a:spcBef>
              <a:spcAft>
                <a:spcPts val="0"/>
              </a:spcAft>
              <a:buSzPts val="1200"/>
              <a:buChar char="-"/>
            </a:pPr>
            <a:r>
              <a:rPr lang="en"/>
              <a:t>The Profiler wrapper logs every AI call in real time:</a:t>
            </a:r>
            <a:endParaRPr/>
          </a:p>
          <a:p>
            <a:pPr indent="-304800" lvl="1" marL="914400" rtl="0" algn="l">
              <a:spcBef>
                <a:spcPts val="0"/>
              </a:spcBef>
              <a:spcAft>
                <a:spcPts val="0"/>
              </a:spcAft>
              <a:buSzPts val="1200"/>
              <a:buChar char="-"/>
            </a:pPr>
            <a:r>
              <a:rPr lang="en"/>
              <a:t>Token count per call (input + output), streamed to the Profiling dashboard</a:t>
            </a:r>
            <a:endParaRPr/>
          </a:p>
          <a:p>
            <a:pPr indent="-304800" lvl="1" marL="914400" rtl="0" algn="l">
              <a:spcBef>
                <a:spcPts val="0"/>
              </a:spcBef>
              <a:spcAft>
                <a:spcPts val="0"/>
              </a:spcAft>
              <a:buSzPts val="1200"/>
              <a:buChar char="-"/>
            </a:pPr>
            <a:r>
              <a:rPr lang="en"/>
              <a:t>USD cost per call, computed from Gemini pricing and accumulated in the dashboard</a:t>
            </a:r>
            <a:endParaRPr/>
          </a:p>
          <a:p>
            <a:pPr indent="-304800" lvl="0" marL="457200" rtl="0" algn="l">
              <a:spcBef>
                <a:spcPts val="0"/>
              </a:spcBef>
              <a:spcAft>
                <a:spcPts val="0"/>
              </a:spcAft>
              <a:buSzPts val="1200"/>
              <a:buChar char="-"/>
            </a:pPr>
            <a:r>
              <a:rPr lang="en"/>
              <a:t>Latency per call (embed, retrieve, generate) for p50/p95 tracking</a:t>
            </a:r>
            <a:endParaRPr/>
          </a:p>
          <a:p>
            <a:pPr indent="-304800" lvl="0" marL="457200" rtl="0" algn="l">
              <a:spcBef>
                <a:spcPts val="0"/>
              </a:spcBef>
              <a:spcAft>
                <a:spcPts val="0"/>
              </a:spcAft>
              <a:buSzPts val="1200"/>
              <a:buChar char="-"/>
            </a:pPr>
            <a:r>
              <a:rPr lang="en"/>
              <a:t>Success/failure status per feature (Quick Add, Break Down, Weekly Agenda, RAG Chat)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Target:</a:t>
            </a:r>
            <a:endParaRPr b="1"/>
          </a:p>
          <a:p>
            <a:pPr indent="-304800" lvl="0" marL="457200" rtl="0" algn="l">
              <a:spcBef>
                <a:spcPts val="0"/>
              </a:spcBef>
              <a:spcAft>
                <a:spcPts val="0"/>
              </a:spcAft>
              <a:buSzPts val="1200"/>
              <a:buChar char="-"/>
            </a:pPr>
            <a:r>
              <a:rPr lang="en"/>
              <a:t>Response time &lt; 5 seconds</a:t>
            </a:r>
            <a:endParaRPr/>
          </a:p>
          <a:p>
            <a:pPr indent="-304800" lvl="0" marL="457200" rtl="0" algn="l">
              <a:spcBef>
                <a:spcPts val="0"/>
              </a:spcBef>
              <a:spcAft>
                <a:spcPts val="0"/>
              </a:spcAft>
              <a:buSzPts val="1200"/>
              <a:buChar char="-"/>
            </a:pPr>
            <a:r>
              <a:rPr lang="en"/>
              <a:t>Low-cost usage (small context window, top-k ≤ 5)</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Guardrails</a:t>
            </a:r>
            <a:endParaRPr b="1"/>
          </a:p>
          <a:p>
            <a:pPr indent="0" lvl="0" marL="0" rtl="0" algn="l">
              <a:spcBef>
                <a:spcPts val="0"/>
              </a:spcBef>
              <a:spcAft>
                <a:spcPts val="0"/>
              </a:spcAft>
              <a:buNone/>
            </a:pPr>
            <a:r>
              <a:rPr b="1" lang="en"/>
              <a:t>To ensure system reliability:</a:t>
            </a:r>
            <a:endParaRPr b="1"/>
          </a:p>
          <a:p>
            <a:pPr indent="-304800" lvl="0" marL="457200" rtl="0" algn="l">
              <a:spcBef>
                <a:spcPts val="0"/>
              </a:spcBef>
              <a:spcAft>
                <a:spcPts val="0"/>
              </a:spcAft>
              <a:buSzPts val="1200"/>
              <a:buChar char="-"/>
            </a:pPr>
            <a:r>
              <a:rPr lang="en"/>
              <a:t>Limit top-k retrieval to avoid excessive token usage</a:t>
            </a:r>
            <a:endParaRPr/>
          </a:p>
          <a:p>
            <a:pPr indent="-304800" lvl="0" marL="457200" rtl="0" algn="l">
              <a:spcBef>
                <a:spcPts val="0"/>
              </a:spcBef>
              <a:spcAft>
                <a:spcPts val="0"/>
              </a:spcAft>
              <a:buSzPts val="1200"/>
              <a:buChar char="-"/>
            </a:pPr>
            <a:r>
              <a:rPr lang="en"/>
              <a:t>Apply metadata filtering before LLM calls (reduce unnecessary context)</a:t>
            </a:r>
            <a:endParaRPr/>
          </a:p>
          <a:p>
            <a:pPr indent="-304800" lvl="0" marL="457200" rtl="0" algn="l">
              <a:spcBef>
                <a:spcPts val="0"/>
              </a:spcBef>
              <a:spcAft>
                <a:spcPts val="0"/>
              </a:spcAft>
              <a:buSzPts val="1200"/>
              <a:buChar char="-"/>
            </a:pPr>
            <a:r>
              <a:rPr lang="en"/>
              <a:t>Retry mechanism for failed API calls</a:t>
            </a:r>
            <a:endParaRPr/>
          </a:p>
          <a:p>
            <a:pPr indent="-304800" lvl="0" marL="457200" rtl="0" algn="l">
              <a:spcBef>
                <a:spcPts val="0"/>
              </a:spcBef>
              <a:spcAft>
                <a:spcPts val="0"/>
              </a:spcAft>
              <a:buSzPts val="1200"/>
              <a:buChar char="-"/>
            </a:pPr>
            <a:r>
              <a:rPr lang="en"/>
              <a:t>Graceful fallback:</a:t>
            </a:r>
            <a:endParaRPr/>
          </a:p>
          <a:p>
            <a:pPr indent="-304800" lvl="1" marL="914400" rtl="0" algn="l">
              <a:spcBef>
                <a:spcPts val="0"/>
              </a:spcBef>
              <a:spcAft>
                <a:spcPts val="0"/>
              </a:spcAft>
              <a:buSzPts val="1200"/>
              <a:buChar char="-"/>
            </a:pPr>
            <a:r>
              <a:rPr lang="en"/>
              <a:t>If LLM fails → return structured event list directly</a:t>
            </a:r>
            <a:endParaRPr/>
          </a:p>
          <a:p>
            <a:pPr indent="-304800" lvl="0" marL="457200" rtl="0" algn="l">
              <a:lnSpc>
                <a:spcPct val="100000"/>
              </a:lnSpc>
              <a:spcBef>
                <a:spcPts val="0"/>
              </a:spcBef>
              <a:spcAft>
                <a:spcPts val="0"/>
              </a:spcAft>
              <a:buSzPts val="1200"/>
              <a:buChar char="-"/>
            </a:pPr>
            <a:r>
              <a:rPr lang="en"/>
              <a:t>Disable retrieval when confidence is high (e.g., simple date filter queries)</a:t>
            </a:r>
            <a:endParaRPr/>
          </a:p>
          <a:p>
            <a:pPr indent="-304800" lvl="0" marL="457200" rtl="0" algn="l">
              <a:spcBef>
                <a:spcPts val="0"/>
              </a:spcBef>
              <a:spcAft>
                <a:spcPts val="0"/>
              </a:spcAft>
              <a:buSzPts val="1200"/>
              <a:buChar char="-"/>
            </a:pPr>
            <a:r>
              <a:rPr lang="en"/>
              <a:t>Citation check: every event ID referenced in the response must appear in the retrieved top-k set — otherwise the response is rejected and regenerated</a:t>
            </a:r>
            <a:endParaRPr/>
          </a:p>
          <a:p>
            <a:pPr indent="-304800" lvl="0" marL="457200" rtl="0" algn="l">
              <a:spcBef>
                <a:spcPts val="0"/>
              </a:spcBef>
              <a:spcAft>
                <a:spcPts val="0"/>
              </a:spcAft>
              <a:buSzPts val="1200"/>
              <a:buChar char="-"/>
            </a:pPr>
            <a:r>
              <a:rPr lang="en"/>
              <a:t>Grounding verifier re-checks every cited event against the JSON API before the response is rendered</a:t>
            </a:r>
            <a:endParaRPr/>
          </a:p>
          <a:p>
            <a:pPr indent="0" lvl="0" marL="0" rtl="0" algn="l">
              <a:spcBef>
                <a:spcPts val="16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0" name="Shape 540"/>
        <p:cNvGrpSpPr/>
        <p:nvPr/>
      </p:nvGrpSpPr>
      <p:grpSpPr>
        <a:xfrm>
          <a:off x="0" y="0"/>
          <a:ext cx="0" cy="0"/>
          <a:chOff x="0" y="0"/>
          <a:chExt cx="0" cy="0"/>
        </a:xfrm>
      </p:grpSpPr>
      <p:sp>
        <p:nvSpPr>
          <p:cNvPr id="541" name="Google Shape;541;p40"/>
          <p:cNvSpPr txBox="1"/>
          <p:nvPr>
            <p:ph type="title"/>
          </p:nvPr>
        </p:nvSpPr>
        <p:spPr>
          <a:xfrm>
            <a:off x="702900" y="301675"/>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Demo Walkthrough</a:t>
            </a:r>
            <a:endParaRPr/>
          </a:p>
        </p:txBody>
      </p:sp>
      <p:sp>
        <p:nvSpPr>
          <p:cNvPr id="542" name="Google Shape;542;p40"/>
          <p:cNvSpPr txBox="1"/>
          <p:nvPr>
            <p:ph idx="1" type="body"/>
          </p:nvPr>
        </p:nvSpPr>
        <p:spPr>
          <a:xfrm>
            <a:off x="512751" y="713055"/>
            <a:ext cx="7738200" cy="3600000"/>
          </a:xfrm>
          <a:prstGeom prst="rect">
            <a:avLst/>
          </a:prstGeom>
        </p:spPr>
        <p:txBody>
          <a:bodyPr anchorCtr="0" anchor="t" bIns="45700" lIns="91425" spcFirstLastPara="1" rIns="98800" wrap="square" tIns="45700">
            <a:noAutofit/>
          </a:bodyPr>
          <a:lstStyle/>
          <a:p>
            <a:pPr indent="0" lvl="0" marL="0" rtl="0" algn="l">
              <a:lnSpc>
                <a:spcPct val="100000"/>
              </a:lnSpc>
              <a:spcBef>
                <a:spcPts val="0"/>
              </a:spcBef>
              <a:spcAft>
                <a:spcPts val="0"/>
              </a:spcAft>
              <a:buNone/>
            </a:pPr>
            <a:r>
              <a:rPr b="1" lang="en" sz="1200"/>
              <a:t xml:space="preserve">Scenario 1: </a:t>
            </a:r>
            <a:r>
              <a:rPr lang="en" sz="1200"/>
              <a:t>Weekly AI Briefing + Heatmap</a:t>
            </a:r>
            <a:endParaRPr sz="1200"/>
          </a:p>
          <a:p>
            <a:pPr indent="0" lvl="0" marL="0" rtl="0" algn="l">
              <a:lnSpc>
                <a:spcPct val="100000"/>
              </a:lnSpc>
              <a:spcBef>
                <a:spcPts val="400"/>
              </a:spcBef>
              <a:spcAft>
                <a:spcPts val="0"/>
              </a:spcAft>
              <a:buNone/>
            </a:pPr>
            <a:r>
              <a:rPr lang="en" sz="1100"/>
              <a:t>Open dashboard: Gemini generates a 2-3 sentence weekly briefing on load</a:t>
            </a:r>
            <a:endParaRPr sz="1100"/>
          </a:p>
          <a:p>
            <a:pPr indent="-285750" lvl="0" marL="457200" rtl="0" algn="l">
              <a:lnSpc>
                <a:spcPct val="100000"/>
              </a:lnSpc>
              <a:spcBef>
                <a:spcPts val="400"/>
              </a:spcBef>
              <a:spcAft>
                <a:spcPts val="0"/>
              </a:spcAft>
              <a:buSzPts val="1100"/>
              <a:buFont typeface="Arial"/>
              <a:buChar char="•"/>
            </a:pPr>
            <a:r>
              <a:rPr lang="en" sz="1100"/>
              <a:t>Calendar shows workload heatmap under each day; conflict banner flags overlapping deadlines</a:t>
            </a:r>
            <a:endParaRPr sz="1100"/>
          </a:p>
          <a:p>
            <a:pPr indent="-285750" lvl="0" marL="457200" rtl="0" algn="l">
              <a:lnSpc>
                <a:spcPct val="100000"/>
              </a:lnSpc>
              <a:spcBef>
                <a:spcPts val="0"/>
              </a:spcBef>
              <a:spcAft>
                <a:spcPts val="0"/>
              </a:spcAft>
              <a:buSzPts val="1100"/>
              <a:buFont typeface="Arial"/>
              <a:buChar char="•"/>
            </a:pPr>
            <a:r>
              <a:rPr lang="en" sz="1100"/>
              <a:t>Output: briefing text + event count + total hours + color-coded heatmap strip</a:t>
            </a:r>
            <a:endParaRPr sz="1100"/>
          </a:p>
          <a:p>
            <a:pPr indent="0" lvl="0" marL="0" rtl="0" algn="l">
              <a:lnSpc>
                <a:spcPct val="100000"/>
              </a:lnSpc>
              <a:spcBef>
                <a:spcPts val="1000"/>
              </a:spcBef>
              <a:spcAft>
                <a:spcPts val="0"/>
              </a:spcAft>
              <a:buNone/>
            </a:pPr>
            <a:r>
              <a:rPr b="1" lang="en" sz="1200"/>
              <a:t xml:space="preserve">Scenario 2: </a:t>
            </a:r>
            <a:r>
              <a:rPr lang="en" sz="1200"/>
              <a:t>NL Quick Add + Break Down + RAG Chat</a:t>
            </a:r>
            <a:endParaRPr sz="1200"/>
          </a:p>
          <a:p>
            <a:pPr indent="0" lvl="0" marL="0" rtl="0" algn="l">
              <a:lnSpc>
                <a:spcPct val="100000"/>
              </a:lnSpc>
              <a:spcBef>
                <a:spcPts val="400"/>
              </a:spcBef>
              <a:spcAft>
                <a:spcPts val="0"/>
              </a:spcAft>
              <a:buNone/>
            </a:pPr>
            <a:r>
              <a:rPr lang="en" sz="1100"/>
              <a:t>Type “CS midterm Friday at 3pm” → event parsed, enriched with hours + priority</a:t>
            </a:r>
            <a:endParaRPr sz="1100"/>
          </a:p>
          <a:p>
            <a:pPr indent="-285750" lvl="0" marL="457200" rtl="0" algn="l">
              <a:lnSpc>
                <a:spcPct val="100000"/>
              </a:lnSpc>
              <a:spcBef>
                <a:spcPts val="400"/>
              </a:spcBef>
              <a:spcAft>
                <a:spcPts val="0"/>
              </a:spcAft>
              <a:buSzPts val="1100"/>
              <a:buFont typeface="Arial"/>
              <a:buChar char="•"/>
            </a:pPr>
            <a:r>
              <a:rPr lang="en" sz="1100"/>
              <a:t>Click Break Down → Gemini splits assignment into ordered sub-tasks with due dates</a:t>
            </a:r>
            <a:endParaRPr sz="1100"/>
          </a:p>
          <a:p>
            <a:pPr indent="-285750" lvl="0" marL="457200" rtl="0" algn="l">
              <a:lnSpc>
                <a:spcPct val="100000"/>
              </a:lnSpc>
              <a:spcBef>
                <a:spcPts val="0"/>
              </a:spcBef>
              <a:spcAft>
                <a:spcPts val="0"/>
              </a:spcAft>
              <a:buSzPts val="1100"/>
              <a:buFont typeface="Arial"/>
              <a:buChar char="•"/>
            </a:pPr>
            <a:r>
              <a:rPr lang="en" sz="1100"/>
              <a:t>Ask RAG Chat: “What’s due next week?” → grounded answer + follow-up chips to dig deeper</a:t>
            </a:r>
            <a:endParaRPr sz="1100"/>
          </a:p>
          <a:p>
            <a:pPr indent="0" lvl="0" marL="0" rtl="0" algn="l">
              <a:lnSpc>
                <a:spcPct val="100000"/>
              </a:lnSpc>
              <a:spcBef>
                <a:spcPts val="1000"/>
              </a:spcBef>
              <a:spcAft>
                <a:spcPts val="0"/>
              </a:spcAft>
              <a:buNone/>
            </a:pPr>
            <a:r>
              <a:rPr b="1" lang="en" sz="1200"/>
              <a:t>What Success Looks Like Live</a:t>
            </a:r>
            <a:endParaRPr sz="1200"/>
          </a:p>
          <a:p>
            <a:pPr indent="-285750" lvl="0" marL="457200" rtl="0" algn="l">
              <a:lnSpc>
                <a:spcPct val="100000"/>
              </a:lnSpc>
              <a:spcBef>
                <a:spcPts val="400"/>
              </a:spcBef>
              <a:spcAft>
                <a:spcPts val="0"/>
              </a:spcAft>
              <a:buSzPts val="1100"/>
              <a:buFont typeface="Arial"/>
              <a:buChar char="•"/>
            </a:pPr>
            <a:r>
              <a:rPr lang="en" sz="1100"/>
              <a:t>Response renders in under 5 seconds end-to-end</a:t>
            </a:r>
            <a:endParaRPr sz="1100"/>
          </a:p>
          <a:p>
            <a:pPr indent="-285750" lvl="0" marL="457200" rtl="0" algn="l">
              <a:lnSpc>
                <a:spcPct val="100000"/>
              </a:lnSpc>
              <a:spcBef>
                <a:spcPts val="0"/>
              </a:spcBef>
              <a:spcAft>
                <a:spcPts val="0"/>
              </a:spcAft>
              <a:buSzPts val="1100"/>
              <a:buFont typeface="Arial"/>
              <a:buChar char="•"/>
            </a:pPr>
            <a:r>
              <a:rPr lang="en" sz="1100"/>
              <a:t>Every cited event traces back to a row in the JSON API (no hallucinated events)</a:t>
            </a:r>
            <a:endParaRPr sz="1100"/>
          </a:p>
          <a:p>
            <a:pPr indent="-285750" lvl="0" marL="457200" rtl="0" algn="l">
              <a:lnSpc>
                <a:spcPct val="100000"/>
              </a:lnSpc>
              <a:spcBef>
                <a:spcPts val="0"/>
              </a:spcBef>
              <a:spcAft>
                <a:spcPts val="0"/>
              </a:spcAft>
              <a:buSzPts val="1100"/>
              <a:buFont typeface="Arial"/>
              <a:buChar char="•"/>
            </a:pPr>
            <a:r>
              <a:rPr lang="en" sz="1100"/>
              <a:t>Priority ordering matches a human grader’s intuition on at least 4 of 5 test prompts</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6" name="Shape 546"/>
        <p:cNvGrpSpPr/>
        <p:nvPr/>
      </p:nvGrpSpPr>
      <p:grpSpPr>
        <a:xfrm>
          <a:off x="0" y="0"/>
          <a:ext cx="0" cy="0"/>
          <a:chOff x="0" y="0"/>
          <a:chExt cx="0" cy="0"/>
        </a:xfrm>
      </p:grpSpPr>
      <p:sp>
        <p:nvSpPr>
          <p:cNvPr id="547" name="Google Shape;547;p41"/>
          <p:cNvSpPr txBox="1"/>
          <p:nvPr>
            <p:ph idx="2" type="title"/>
          </p:nvPr>
        </p:nvSpPr>
        <p:spPr>
          <a:xfrm>
            <a:off x="1943250" y="186200"/>
            <a:ext cx="5257500" cy="64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Related Work &amp; Benchmarks</a:t>
            </a:r>
            <a:endParaRPr sz="2800"/>
          </a:p>
        </p:txBody>
      </p:sp>
      <p:sp>
        <p:nvSpPr>
          <p:cNvPr id="548" name="Google Shape;548;p41"/>
          <p:cNvSpPr txBox="1"/>
          <p:nvPr>
            <p:ph idx="1" type="subTitle"/>
          </p:nvPr>
        </p:nvSpPr>
        <p:spPr>
          <a:xfrm>
            <a:off x="865175" y="916225"/>
            <a:ext cx="8056500" cy="3928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sz="1300"/>
              <a:t>What We Borrow From Existing Tools</a:t>
            </a:r>
            <a:endParaRPr b="1" sz="1300"/>
          </a:p>
          <a:p>
            <a:pPr indent="-298450" lvl="0" marL="457200" rtl="0" algn="l">
              <a:spcBef>
                <a:spcPts val="600"/>
              </a:spcBef>
              <a:spcAft>
                <a:spcPts val="0"/>
              </a:spcAft>
              <a:buSzPts val="1100"/>
              <a:buFont typeface="Arial"/>
              <a:buChar char="•"/>
            </a:pPr>
            <a:r>
              <a:rPr b="1" lang="en" sz="1100"/>
              <a:t>RAG knowledge assistants</a:t>
            </a:r>
            <a:r>
              <a:rPr lang="en" sz="1100"/>
              <a:t xml:space="preserve"> (LangChain, LlamaIndex demos) — retrieval-augmented generation pattern, top-k retrieval with metadata filters, structured prompting with source citations</a:t>
            </a:r>
            <a:endParaRPr sz="1100"/>
          </a:p>
          <a:p>
            <a:pPr indent="-298450" lvl="0" marL="457200" rtl="0" algn="l">
              <a:spcBef>
                <a:spcPts val="400"/>
              </a:spcBef>
              <a:spcAft>
                <a:spcPts val="0"/>
              </a:spcAft>
              <a:buSzPts val="1100"/>
              <a:buFont typeface="Arial"/>
              <a:buChar char="•"/>
            </a:pPr>
            <a:r>
              <a:rPr b="1" lang="en" sz="1100"/>
              <a:t>Productivity &amp; scheduling tools</a:t>
            </a:r>
            <a:r>
              <a:rPr lang="en" sz="1100"/>
              <a:t xml:space="preserve"> (Google Calendar, Notion, Todoist) — event data model, priority tagging, recurrence handling, conflict detection</a:t>
            </a:r>
            <a:endParaRPr sz="1100"/>
          </a:p>
          <a:p>
            <a:pPr indent="-298450" lvl="0" marL="457200" rtl="0" algn="l">
              <a:spcBef>
                <a:spcPts val="400"/>
              </a:spcBef>
              <a:spcAft>
                <a:spcPts val="0"/>
              </a:spcAft>
              <a:buSzPts val="1100"/>
              <a:buFont typeface="Arial"/>
              <a:buChar char="•"/>
            </a:pPr>
            <a:r>
              <a:rPr b="1" lang="en" sz="1100"/>
              <a:t>Academic planners</a:t>
            </a:r>
            <a:r>
              <a:rPr lang="en" sz="1100"/>
              <a:t xml:space="preserve"> (MyStudyLife, Todoist Education) — course-level grouping, semester views, assignment weighting</a:t>
            </a:r>
            <a:endParaRPr sz="1100"/>
          </a:p>
          <a:p>
            <a:pPr indent="0" lvl="0" marL="0" rtl="0" algn="l">
              <a:spcBef>
                <a:spcPts val="1400"/>
              </a:spcBef>
              <a:spcAft>
                <a:spcPts val="0"/>
              </a:spcAft>
              <a:buNone/>
            </a:pPr>
            <a:r>
              <a:rPr b="1" lang="en" sz="1300"/>
              <a:t>What We Do Differently</a:t>
            </a:r>
            <a:endParaRPr b="1" sz="1300"/>
          </a:p>
          <a:p>
            <a:pPr indent="-298450" lvl="0" marL="457200" rtl="0" algn="l">
              <a:spcBef>
                <a:spcPts val="600"/>
              </a:spcBef>
              <a:spcAft>
                <a:spcPts val="0"/>
              </a:spcAft>
              <a:buSzPts val="1100"/>
              <a:buFont typeface="Arial"/>
              <a:buChar char="•"/>
            </a:pPr>
            <a:r>
              <a:rPr b="1" lang="en" sz="1100"/>
              <a:t>Prioritization, not just storage</a:t>
            </a:r>
            <a:r>
              <a:rPr lang="en" sz="1100"/>
              <a:t xml:space="preserve"> — calendars show events; we rank them by weight × urgency × estimated effort and answer “what should I work on next?”</a:t>
            </a:r>
            <a:endParaRPr sz="1100"/>
          </a:p>
          <a:p>
            <a:pPr indent="-298450" lvl="0" marL="457200" rtl="0" algn="l">
              <a:spcBef>
                <a:spcPts val="400"/>
              </a:spcBef>
              <a:spcAft>
                <a:spcPts val="0"/>
              </a:spcAft>
              <a:buSzPts val="1100"/>
              <a:buFont typeface="Arial"/>
              <a:buChar char="•"/>
            </a:pPr>
            <a:r>
              <a:rPr b="1" lang="en" sz="1100"/>
              <a:t>Grounded natural-language interface</a:t>
            </a:r>
            <a:r>
              <a:rPr lang="en" sz="1100"/>
              <a:t xml:space="preserve"> — every answer cites the specific event IDs retrieved from the JSON API; generic LLM chatbots hallucinate deadlines, we verify against a source of truth</a:t>
            </a:r>
            <a:endParaRPr sz="1100"/>
          </a:p>
          <a:p>
            <a:pPr indent="-298450" lvl="0" marL="457200" rtl="0" algn="l">
              <a:spcBef>
                <a:spcPts val="400"/>
              </a:spcBef>
              <a:spcAft>
                <a:spcPts val="0"/>
              </a:spcAft>
              <a:buSzPts val="1100"/>
              <a:buFont typeface="Arial"/>
              <a:buChar char="•"/>
            </a:pPr>
            <a:r>
              <a:rPr b="1" lang="en" sz="1100"/>
              <a:t>Unified academic + early-career workloads</a:t>
            </a:r>
            <a:r>
              <a:rPr lang="en" sz="1100"/>
              <a:t xml:space="preserve"> — most planners silo either schoolwork or jobs; our schema treats courses, projects, and meetings as one ranked inbox</a:t>
            </a:r>
            <a:endParaRPr sz="1100"/>
          </a:p>
          <a:p>
            <a:pPr indent="-298450" lvl="0" marL="457200" rtl="0" algn="l">
              <a:spcBef>
                <a:spcPts val="400"/>
              </a:spcBef>
              <a:spcAft>
                <a:spcPts val="0"/>
              </a:spcAft>
              <a:buSzPts val="1100"/>
              <a:buFont typeface="Arial"/>
              <a:buChar char="•"/>
            </a:pPr>
            <a:r>
              <a:rPr b="1" lang="en" sz="1100"/>
              <a:t>Measurable evaluation rubric</a:t>
            </a:r>
            <a:r>
              <a:rPr lang="en" sz="1100"/>
              <a:t xml:space="preserve"> — precision@k, grounding rate, and human relevance scoring, not just “does the UI look nice”</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2" name="Shape 552"/>
        <p:cNvGrpSpPr/>
        <p:nvPr/>
      </p:nvGrpSpPr>
      <p:grpSpPr>
        <a:xfrm>
          <a:off x="0" y="0"/>
          <a:ext cx="0" cy="0"/>
          <a:chOff x="0" y="0"/>
          <a:chExt cx="0" cy="0"/>
        </a:xfrm>
      </p:grpSpPr>
      <p:sp>
        <p:nvSpPr>
          <p:cNvPr id="553" name="Google Shape;553;p42"/>
          <p:cNvSpPr txBox="1"/>
          <p:nvPr>
            <p:ph type="title"/>
          </p:nvPr>
        </p:nvSpPr>
        <p:spPr>
          <a:xfrm>
            <a:off x="702900" y="155200"/>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Milestones</a:t>
            </a:r>
            <a:endParaRPr/>
          </a:p>
        </p:txBody>
      </p:sp>
      <p:graphicFrame>
        <p:nvGraphicFramePr>
          <p:cNvPr id="554" name="Google Shape;554;p42"/>
          <p:cNvGraphicFramePr/>
          <p:nvPr/>
        </p:nvGraphicFramePr>
        <p:xfrm>
          <a:off x="360000" y="702200"/>
          <a:ext cx="8424000" cy="3000000"/>
        </p:xfrm>
        <a:graphic>
          <a:graphicData uri="http://schemas.openxmlformats.org/drawingml/2006/table">
            <a:tbl>
              <a:tblPr>
                <a:noFill/>
                <a:tableStyleId>{65FB5528-57D5-4D32-A38A-7DBB84520553}</a:tableStyleId>
              </a:tblPr>
              <a:tblGrid>
                <a:gridCol w="900000"/>
                <a:gridCol w="2200000"/>
                <a:gridCol w="3500000"/>
                <a:gridCol w="1824000"/>
              </a:tblGrid>
              <a:tr h="410000">
                <a:tc>
                  <a:txBody>
                    <a:bodyPr/>
                    <a:lstStyle/>
                    <a:p>
                      <a:pPr indent="0" lvl="0" marL="0" rtl="0" algn="ctr">
                        <a:spcBef>
                          <a:spcPts val="0"/>
                        </a:spcBef>
                        <a:spcAft>
                          <a:spcPts val="0"/>
                        </a:spcAft>
                        <a:buNone/>
                      </a:pPr>
                      <a:r>
                        <a:rPr lang="en"/>
                        <a:t>Week</a:t>
                      </a:r>
                      <a:endParaRPr/>
                    </a:p>
                  </a:txBody>
                  <a:tcPr marT="91425" marB="91425" marR="91425" marL="91425"/>
                </a:tc>
                <a:tc>
                  <a:txBody>
                    <a:bodyPr/>
                    <a:lstStyle/>
                    <a:p>
                      <a:pPr indent="0" lvl="0" marL="0" rtl="0" algn="ctr">
                        <a:spcBef>
                          <a:spcPts val="0"/>
                        </a:spcBef>
                        <a:spcAft>
                          <a:spcPts val="0"/>
                        </a:spcAft>
                        <a:buNone/>
                      </a:pPr>
                      <a:r>
                        <a:rPr lang="en"/>
                        <a:t>Milestone</a:t>
                      </a:r>
                      <a:endParaRPr/>
                    </a:p>
                  </a:txBody>
                  <a:tcPr marT="91425" marB="91425" marR="91425" marL="91425"/>
                </a:tc>
                <a:tc>
                  <a:txBody>
                    <a:bodyPr/>
                    <a:lstStyle/>
                    <a:p>
                      <a:pPr indent="0" lvl="0" marL="0" rtl="0" algn="ctr">
                        <a:spcBef>
                          <a:spcPts val="0"/>
                        </a:spcBef>
                        <a:spcAft>
                          <a:spcPts val="0"/>
                        </a:spcAft>
                        <a:buNone/>
                      </a:pPr>
                      <a:r>
                        <a:rPr lang="en"/>
                        <a:t>Tasks</a:t>
                      </a:r>
                      <a:endParaRPr/>
                    </a:p>
                  </a:txBody>
                  <a:tcPr marT="91425" marB="91425" marR="91425" marL="91425"/>
                </a:tc>
                <a:tc>
                  <a:txBody>
                    <a:bodyPr/>
                    <a:lstStyle/>
                    <a:p>
                      <a:pPr indent="0" lvl="0" marL="0" rtl="0" algn="ctr">
                        <a:spcBef>
                          <a:spcPts val="0"/>
                        </a:spcBef>
                        <a:spcAft>
                          <a:spcPts val="0"/>
                        </a:spcAft>
                        <a:buNone/>
                      </a:pPr>
                      <a:r>
                        <a:rPr lang="en"/>
                        <a:t>Dependencies</a:t>
                      </a:r>
                      <a:endParaRPr/>
                    </a:p>
                  </a:txBody>
                  <a:tcPr marT="91425" marB="91425" marR="91425" marL="91425"/>
                </a:tc>
              </a:tr>
              <a:tr h="410000">
                <a:tc>
                  <a:txBody>
                    <a:bodyPr/>
                    <a:lstStyle/>
                    <a:p>
                      <a:pPr indent="0" lvl="0" marL="0" rtl="0" algn="l">
                        <a:spcBef>
                          <a:spcPts val="0"/>
                        </a:spcBef>
                        <a:spcAft>
                          <a:spcPts val="0"/>
                        </a:spcAft>
                        <a:buNone/>
                      </a:pPr>
                      <a:r>
                        <a:rPr lang="en" sz="1200"/>
                        <a:t>Week 1</a:t>
                      </a:r>
                      <a:endParaRPr sz="1200"/>
                    </a:p>
                  </a:txBody>
                  <a:tcPr marT="91425" marB="91425" marR="91425" marL="91425"/>
                </a:tc>
                <a:tc>
                  <a:txBody>
                    <a:bodyPr/>
                    <a:lstStyle/>
                    <a:p>
                      <a:pPr indent="0" lvl="0" marL="0" rtl="0" algn="l">
                        <a:spcBef>
                          <a:spcPts val="0"/>
                        </a:spcBef>
                        <a:spcAft>
                          <a:spcPts val="0"/>
                        </a:spcAft>
                        <a:buNone/>
                      </a:pPr>
                      <a:r>
                        <a:rPr lang="en" sz="1200"/>
                        <a:t>✅ Scope Lock</a:t>
                      </a:r>
                      <a:endParaRPr sz="1200"/>
                    </a:p>
                  </a:txBody>
                  <a:tcPr marT="91425" marB="91425" marR="91425" marL="91425"/>
                </a:tc>
                <a:tc>
                  <a:txBody>
                    <a:bodyPr/>
                    <a:lstStyle/>
                    <a:p>
                      <a:pPr indent="0" lvl="0" marL="0" rtl="0" algn="l">
                        <a:spcBef>
                          <a:spcPts val="0"/>
                        </a:spcBef>
                        <a:spcAft>
                          <a:spcPts val="0"/>
                        </a:spcAft>
                        <a:buNone/>
                      </a:pPr>
                      <a:r>
                        <a:rPr lang="en" sz="1200"/>
                        <a:t>Define scope, cut MVP (Leonardo)</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94275">
                <a:tc>
                  <a:txBody>
                    <a:bodyPr/>
                    <a:lstStyle/>
                    <a:p>
                      <a:pPr indent="0" lvl="0" marL="0" rtl="0" algn="l">
                        <a:spcBef>
                          <a:spcPts val="0"/>
                        </a:spcBef>
                        <a:spcAft>
                          <a:spcPts val="0"/>
                        </a:spcAft>
                        <a:buNone/>
                      </a:pPr>
                      <a:r>
                        <a:rPr lang="en" sz="1200">
                          <a:solidFill>
                            <a:schemeClr val="dk1"/>
                          </a:solidFill>
                        </a:rPr>
                        <a:t>Week 2</a:t>
                      </a:r>
                      <a:endParaRPr sz="1200"/>
                    </a:p>
                  </a:txBody>
                  <a:tcPr marT="91425" marB="91425" marR="91425" marL="91425"/>
                </a:tc>
                <a:tc>
                  <a:txBody>
                    <a:bodyPr/>
                    <a:lstStyle/>
                    <a:p>
                      <a:pPr indent="0" lvl="0" marL="0" rtl="0" algn="l">
                        <a:spcBef>
                          <a:spcPts val="0"/>
                        </a:spcBef>
                        <a:spcAft>
                          <a:spcPts val="0"/>
                        </a:spcAft>
                        <a:buNone/>
                      </a:pPr>
                      <a:r>
                        <a:rPr lang="en" sz="1200"/>
                        <a:t>✅ Architecture Design</a:t>
                      </a:r>
                      <a:endParaRPr sz="1200"/>
                    </a:p>
                  </a:txBody>
                  <a:tcPr marT="91425" marB="91425" marR="91425" marL="91425"/>
                </a:tc>
                <a:tc>
                  <a:txBody>
                    <a:bodyPr/>
                    <a:lstStyle/>
                    <a:p>
                      <a:pPr indent="0" lvl="0" marL="0" rtl="0" algn="l">
                        <a:spcBef>
                          <a:spcPts val="0"/>
                        </a:spcBef>
                        <a:spcAft>
                          <a:spcPts val="0"/>
                        </a:spcAft>
                        <a:buNone/>
                      </a:pPr>
                      <a:r>
                        <a:rPr lang="en" sz="1200"/>
                        <a:t>Pipeline + data flow (Alex)</a:t>
                      </a:r>
                      <a:endParaRPr sz="1200"/>
                    </a:p>
                  </a:txBody>
                  <a:tcPr marT="91425" marB="91425" marR="91425" marL="91425"/>
                </a:tc>
                <a:tc>
                  <a:txBody>
                    <a:bodyPr/>
                    <a:lstStyle/>
                    <a:p>
                      <a:pPr indent="0" lvl="0" marL="0" rtl="0" algn="l">
                        <a:spcBef>
                          <a:spcPts val="0"/>
                        </a:spcBef>
                        <a:spcAft>
                          <a:spcPts val="0"/>
                        </a:spcAft>
                        <a:buNone/>
                      </a:pPr>
                      <a:r>
                        <a:rPr lang="en" sz="1200"/>
                        <a:t>Scope locked</a:t>
                      </a:r>
                      <a:endParaRPr sz="1200"/>
                    </a:p>
                  </a:txBody>
                  <a:tcPr marT="91425" marB="91425" marR="91425" marL="91425"/>
                </a:tc>
              </a:tr>
              <a:tr h="394275">
                <a:tc>
                  <a:txBody>
                    <a:bodyPr/>
                    <a:lstStyle/>
                    <a:p>
                      <a:pPr indent="0" lvl="0" marL="0" rtl="0" algn="l">
                        <a:spcBef>
                          <a:spcPts val="0"/>
                        </a:spcBef>
                        <a:spcAft>
                          <a:spcPts val="0"/>
                        </a:spcAft>
                        <a:buNone/>
                      </a:pPr>
                      <a:r>
                        <a:rPr lang="en" sz="1200">
                          <a:solidFill>
                            <a:schemeClr val="dk1"/>
                          </a:solidFill>
                        </a:rPr>
                        <a:t>Week 3</a:t>
                      </a:r>
                      <a:endParaRPr sz="1200"/>
                    </a:p>
                  </a:txBody>
                  <a:tcPr marT="91425" marB="91425" marR="91425" marL="91425"/>
                </a:tc>
                <a:tc>
                  <a:txBody>
                    <a:bodyPr/>
                    <a:lstStyle/>
                    <a:p>
                      <a:pPr indent="0" lvl="0" marL="0" rtl="0" algn="l">
                        <a:spcBef>
                          <a:spcPts val="0"/>
                        </a:spcBef>
                        <a:spcAft>
                          <a:spcPts val="0"/>
                        </a:spcAft>
                        <a:buNone/>
                      </a:pPr>
                      <a:r>
                        <a:rPr lang="en" sz="1200"/>
                        <a:t>✅ Component Selection</a:t>
                      </a:r>
                      <a:endParaRPr sz="1200"/>
                    </a:p>
                  </a:txBody>
                  <a:tcPr marT="91425" marB="91425" marR="91425" marL="91425"/>
                </a:tc>
                <a:tc>
                  <a:txBody>
                    <a:bodyPr/>
                    <a:lstStyle/>
                    <a:p>
                      <a:pPr indent="0" lvl="0" marL="0" rtl="0" algn="l">
                        <a:spcBef>
                          <a:spcPts val="0"/>
                        </a:spcBef>
                        <a:spcAft>
                          <a:spcPts val="0"/>
                        </a:spcAft>
                        <a:buNone/>
                      </a:pPr>
                      <a:r>
                        <a:rPr lang="en" sz="1200"/>
                        <a:t>Gemini API, inline embeddings, JSON API (Alex + Jon)</a:t>
                      </a:r>
                      <a:endParaRPr sz="1200"/>
                    </a:p>
                  </a:txBody>
                  <a:tcPr marT="91425" marB="91425" marR="91425" marL="91425"/>
                </a:tc>
                <a:tc>
                  <a:txBody>
                    <a:bodyPr/>
                    <a:lstStyle/>
                    <a:p>
                      <a:pPr indent="0" lvl="0" marL="0" rtl="0" algn="l">
                        <a:spcBef>
                          <a:spcPts val="0"/>
                        </a:spcBef>
                        <a:spcAft>
                          <a:spcPts val="0"/>
                        </a:spcAft>
                        <a:buNone/>
                      </a:pPr>
                      <a:r>
                        <a:rPr lang="en" sz="1200"/>
                        <a:t>Architecture frozen</a:t>
                      </a:r>
                      <a:endParaRPr sz="1200"/>
                    </a:p>
                  </a:txBody>
                  <a:tcPr marT="91425" marB="91425" marR="91425" marL="91425"/>
                </a:tc>
              </a:tr>
              <a:tr h="394275">
                <a:tc>
                  <a:txBody>
                    <a:bodyPr/>
                    <a:lstStyle/>
                    <a:p>
                      <a:pPr indent="0" lvl="0" marL="0" rtl="0" algn="l">
                        <a:spcBef>
                          <a:spcPts val="0"/>
                        </a:spcBef>
                        <a:spcAft>
                          <a:spcPts val="0"/>
                        </a:spcAft>
                        <a:buNone/>
                      </a:pPr>
                      <a:r>
                        <a:rPr lang="en" sz="1200">
                          <a:solidFill>
                            <a:schemeClr val="dk1"/>
                          </a:solidFill>
                        </a:rPr>
                        <a:t>Week 4</a:t>
                      </a:r>
                      <a:endParaRPr sz="1200"/>
                    </a:p>
                  </a:txBody>
                  <a:tcPr marT="91425" marB="91425" marR="91425" marL="91425"/>
                </a:tc>
                <a:tc>
                  <a:txBody>
                    <a:bodyPr/>
                    <a:lstStyle/>
                    <a:p>
                      <a:pPr indent="0" lvl="0" marL="0" rtl="0" algn="l">
                        <a:spcBef>
                          <a:spcPts val="0"/>
                        </a:spcBef>
                        <a:spcAft>
                          <a:spcPts val="0"/>
                        </a:spcAft>
                        <a:buNone/>
                      </a:pPr>
                      <a:r>
                        <a:rPr lang="en" sz="1200"/>
                        <a:t>✅ UI Mockup</a:t>
                      </a:r>
                      <a:endParaRPr sz="1200"/>
                    </a:p>
                  </a:txBody>
                  <a:tcPr marT="91425" marB="91425" marR="91425" marL="91425"/>
                </a:tc>
                <a:tc>
                  <a:txBody>
                    <a:bodyPr/>
                    <a:lstStyle/>
                    <a:p>
                      <a:pPr indent="0" lvl="0" marL="0" rtl="0" algn="l">
                        <a:spcBef>
                          <a:spcPts val="0"/>
                        </a:spcBef>
                        <a:spcAft>
                          <a:spcPts val="0"/>
                        </a:spcAft>
                        <a:buNone/>
                      </a:pPr>
                      <a:r>
                        <a:rPr lang="en" sz="1200"/>
                        <a:t>React + Vite bento wireframes (Andrea)</a:t>
                      </a:r>
                      <a:endParaRPr sz="1200"/>
                    </a:p>
                  </a:txBody>
                  <a:tcPr marT="91425" marB="91425" marR="91425" marL="91425"/>
                </a:tc>
                <a:tc>
                  <a:txBody>
                    <a:bodyPr/>
                    <a:lstStyle/>
                    <a:p>
                      <a:pPr indent="0" lvl="0" marL="0" rtl="0" algn="l">
                        <a:spcBef>
                          <a:spcPts val="0"/>
                        </a:spcBef>
                        <a:spcAft>
                          <a:spcPts val="0"/>
                        </a:spcAft>
                        <a:buNone/>
                      </a:pPr>
                      <a:r>
                        <a:rPr lang="en" sz="1200"/>
                        <a:t>Scope finalized</a:t>
                      </a:r>
                      <a:endParaRPr sz="1200"/>
                    </a:p>
                  </a:txBody>
                  <a:tcPr marT="91425" marB="91425" marR="91425" marL="91425"/>
                </a:tc>
              </a:tr>
              <a:tr h="394275">
                <a:tc>
                  <a:txBody>
                    <a:bodyPr/>
                    <a:lstStyle/>
                    <a:p>
                      <a:pPr indent="0" lvl="0" marL="0" rtl="0" algn="l">
                        <a:spcBef>
                          <a:spcPts val="0"/>
                        </a:spcBef>
                        <a:spcAft>
                          <a:spcPts val="0"/>
                        </a:spcAft>
                        <a:buNone/>
                      </a:pPr>
                      <a:r>
                        <a:rPr lang="en" sz="1200">
                          <a:solidFill>
                            <a:schemeClr val="dk1"/>
                          </a:solidFill>
                        </a:rPr>
                        <a:t>Week 5</a:t>
                      </a:r>
                      <a:endParaRPr sz="1200"/>
                    </a:p>
                  </a:txBody>
                  <a:tcPr marT="91425" marB="91425" marR="91425" marL="91425"/>
                </a:tc>
                <a:tc>
                  <a:txBody>
                    <a:bodyPr/>
                    <a:lstStyle/>
                    <a:p>
                      <a:pPr indent="0" lvl="0" marL="0" rtl="0" algn="l">
                        <a:spcBef>
                          <a:spcPts val="0"/>
                        </a:spcBef>
                        <a:spcAft>
                          <a:spcPts val="0"/>
                        </a:spcAft>
                        <a:buNone/>
                      </a:pPr>
                      <a:r>
                        <a:rPr lang="en" sz="1200"/>
                        <a:t>✅ Eval Rubric Drafted</a:t>
                      </a:r>
                      <a:endParaRPr sz="1200"/>
                    </a:p>
                  </a:txBody>
                  <a:tcPr marT="91425" marB="91425" marR="91425" marL="91425"/>
                </a:tc>
                <a:tc>
                  <a:txBody>
                    <a:bodyPr/>
                    <a:lstStyle/>
                    <a:p>
                      <a:pPr indent="0" lvl="0" marL="0" rtl="0" algn="l">
                        <a:spcBef>
                          <a:spcPts val="0"/>
                        </a:spcBef>
                        <a:spcAft>
                          <a:spcPts val="0"/>
                        </a:spcAft>
                        <a:buNone/>
                      </a:pPr>
                      <a:r>
                        <a:rPr lang="en" sz="1200"/>
                        <a:t>Metrics + human protocol (Alex)</a:t>
                      </a:r>
                      <a:endParaRPr sz="1200"/>
                    </a:p>
                  </a:txBody>
                  <a:tcPr marT="91425" marB="91425" marR="91425" marL="91425"/>
                </a:tc>
                <a:tc>
                  <a:txBody>
                    <a:bodyPr/>
                    <a:lstStyle/>
                    <a:p>
                      <a:pPr indent="0" lvl="0" marL="0" rtl="0" algn="l">
                        <a:spcBef>
                          <a:spcPts val="0"/>
                        </a:spcBef>
                        <a:spcAft>
                          <a:spcPts val="0"/>
                        </a:spcAft>
                        <a:buNone/>
                      </a:pPr>
                      <a:r>
                        <a:rPr lang="en" sz="1200"/>
                        <a:t>Components picked</a:t>
                      </a:r>
                      <a:endParaRPr sz="1200"/>
                    </a:p>
                  </a:txBody>
                  <a:tcPr marT="91425" marB="91425" marR="91425" marL="91425"/>
                </a:tc>
              </a:tr>
              <a:tr h="394275">
                <a:tc>
                  <a:txBody>
                    <a:bodyPr/>
                    <a:lstStyle/>
                    <a:p>
                      <a:pPr indent="0" lvl="0" marL="0" rtl="0" algn="l">
                        <a:spcBef>
                          <a:spcPts val="0"/>
                        </a:spcBef>
                        <a:spcAft>
                          <a:spcPts val="0"/>
                        </a:spcAft>
                        <a:buNone/>
                      </a:pPr>
                      <a:r>
                        <a:rPr lang="en" sz="1200">
                          <a:solidFill>
                            <a:schemeClr val="dk1"/>
                          </a:solidFill>
                        </a:rPr>
                        <a:t>Week 6</a:t>
                      </a:r>
                      <a:endParaRPr sz="1200"/>
                    </a:p>
                  </a:txBody>
                  <a:tcPr marT="91425" marB="91425" marR="91425" marL="91425"/>
                </a:tc>
                <a:tc>
                  <a:txBody>
                    <a:bodyPr/>
                    <a:lstStyle/>
                    <a:p>
                      <a:pPr indent="0" lvl="0" marL="0" rtl="0" algn="l">
                        <a:spcBef>
                          <a:spcPts val="0"/>
                        </a:spcBef>
                        <a:spcAft>
                          <a:spcPts val="0"/>
                        </a:spcAft>
                        <a:buNone/>
                      </a:pPr>
                      <a:r>
                        <a:rPr lang="en" sz="1200"/>
                        <a:t>✅ Synthetic Dataset</a:t>
                      </a:r>
                      <a:endParaRPr sz="1200"/>
                    </a:p>
                  </a:txBody>
                  <a:tcPr marT="91425" marB="91425" marR="91425" marL="91425"/>
                </a:tc>
                <a:tc>
                  <a:txBody>
                    <a:bodyPr/>
                    <a:lstStyle/>
                    <a:p>
                      <a:pPr indent="0" lvl="0" marL="0" rtl="0" algn="l">
                        <a:spcBef>
                          <a:spcPts val="0"/>
                        </a:spcBef>
                        <a:spcAft>
                          <a:spcPts val="0"/>
                        </a:spcAft>
                        <a:buNone/>
                      </a:pPr>
                      <a:r>
                        <a:rPr lang="en" sz="1200"/>
                        <a:t>20 sample events + gold answers (Jon + Leonardo)</a:t>
                      </a:r>
                      <a:endParaRPr sz="1200"/>
                    </a:p>
                  </a:txBody>
                  <a:tcPr marT="91425" marB="91425" marR="91425" marL="91425"/>
                </a:tc>
                <a:tc>
                  <a:txBody>
                    <a:bodyPr/>
                    <a:lstStyle/>
                    <a:p>
                      <a:pPr indent="0" lvl="0" marL="0" rtl="0" algn="l">
                        <a:spcBef>
                          <a:spcPts val="0"/>
                        </a:spcBef>
                        <a:spcAft>
                          <a:spcPts val="0"/>
                        </a:spcAft>
                        <a:buNone/>
                      </a:pPr>
                      <a:r>
                        <a:rPr lang="en" sz="1200"/>
                        <a:t>Schema fixed</a:t>
                      </a:r>
                      <a:endParaRPr sz="1200"/>
                    </a:p>
                  </a:txBody>
                  <a:tcPr marT="91425" marB="91425" marR="91425" marL="91425"/>
                </a:tc>
              </a:tr>
              <a:tr h="394275">
                <a:tc>
                  <a:txBody>
                    <a:bodyPr/>
                    <a:lstStyle/>
                    <a:p>
                      <a:pPr indent="0" lvl="0" marL="0" rtl="0" algn="l">
                        <a:spcBef>
                          <a:spcPts val="0"/>
                        </a:spcBef>
                        <a:spcAft>
                          <a:spcPts val="0"/>
                        </a:spcAft>
                        <a:buNone/>
                      </a:pPr>
                      <a:r>
                        <a:rPr lang="en" sz="1200">
                          <a:solidFill>
                            <a:schemeClr val="dk1"/>
                          </a:solidFill>
                        </a:rPr>
                        <a:t>Week 7</a:t>
                      </a:r>
                      <a:endParaRPr sz="1200"/>
                    </a:p>
                  </a:txBody>
                  <a:tcPr marT="91425" marB="91425" marR="91425" marL="91425"/>
                </a:tc>
                <a:tc>
                  <a:txBody>
                    <a:bodyPr/>
                    <a:lstStyle/>
                    <a:p>
                      <a:pPr indent="0" lvl="0" marL="0" rtl="0" algn="l">
                        <a:spcBef>
                          <a:spcPts val="0"/>
                        </a:spcBef>
                        <a:spcAft>
                          <a:spcPts val="0"/>
                        </a:spcAft>
                        <a:buNone/>
                      </a:pPr>
                      <a:r>
                        <a:rPr lang="en" sz="1200"/>
                        <a:t>✅ Build Sprint</a:t>
                      </a:r>
                      <a:endParaRPr sz="1200"/>
                    </a:p>
                  </a:txBody>
                  <a:tcPr marT="91425" marB="91425" marR="91425" marL="91425"/>
                </a:tc>
                <a:tc>
                  <a:txBody>
                    <a:bodyPr/>
                    <a:lstStyle/>
                    <a:p>
                      <a:pPr indent="0" lvl="0" marL="0" rtl="0" algn="l">
                        <a:spcBef>
                          <a:spcPts val="0"/>
                        </a:spcBef>
                        <a:spcAft>
                          <a:spcPts val="0"/>
                        </a:spcAft>
                        <a:buNone/>
                      </a:pPr>
                      <a:r>
                        <a:rPr lang="en" sz="1200"/>
                        <a:t>All 8 features shipped: Quick Add, Break Down, Agenda, Chat, Tour (all)</a:t>
                      </a:r>
                      <a:endParaRPr sz="1200"/>
                    </a:p>
                  </a:txBody>
                  <a:tcPr marT="91425" marB="91425" marR="91425" marL="91425"/>
                </a:tc>
                <a:tc>
                  <a:txBody>
                    <a:bodyPr/>
                    <a:lstStyle/>
                    <a:p>
                      <a:pPr indent="0" lvl="0" marL="0" rtl="0" algn="l">
                        <a:spcBef>
                          <a:spcPts val="0"/>
                        </a:spcBef>
                        <a:spcAft>
                          <a:spcPts val="0"/>
                        </a:spcAft>
                        <a:buNone/>
                      </a:pPr>
                      <a:r>
                        <a:rPr lang="en" sz="1200"/>
                        <a:t>Design frozen</a:t>
                      </a:r>
                      <a:endParaRPr sz="1200"/>
                    </a:p>
                  </a:txBody>
                  <a:tcPr marT="91425" marB="91425" marR="91425" marL="91425"/>
                </a:tc>
              </a:tr>
              <a:tr h="394275">
                <a:tc>
                  <a:txBody>
                    <a:bodyPr/>
                    <a:lstStyle/>
                    <a:p>
                      <a:pPr indent="0" lvl="0" marL="0" rtl="0" algn="l">
                        <a:spcBef>
                          <a:spcPts val="0"/>
                        </a:spcBef>
                        <a:spcAft>
                          <a:spcPts val="0"/>
                        </a:spcAft>
                        <a:buNone/>
                      </a:pPr>
                      <a:r>
                        <a:rPr lang="en" sz="1200">
                          <a:solidFill>
                            <a:schemeClr val="dk1"/>
                          </a:solidFill>
                        </a:rPr>
                        <a:t>Week 8</a:t>
                      </a:r>
                      <a:endParaRPr sz="1200"/>
                    </a:p>
                  </a:txBody>
                  <a:tcPr marT="91425" marB="91425" marR="91425" marL="91425"/>
                </a:tc>
                <a:tc>
                  <a:txBody>
                    <a:bodyPr/>
                    <a:lstStyle/>
                    <a:p>
                      <a:pPr indent="0" lvl="0" marL="0" rtl="0" algn="l">
                        <a:spcBef>
                          <a:spcPts val="0"/>
                        </a:spcBef>
                        <a:spcAft>
                          <a:spcPts val="0"/>
                        </a:spcAft>
                        <a:buNone/>
                      </a:pPr>
                      <a:r>
                        <a:rPr lang="en" sz="1200"/>
                        <a:t>✅ Demo Prep + First Eval</a:t>
                      </a:r>
                      <a:endParaRPr sz="1200"/>
                    </a:p>
                  </a:txBody>
                  <a:tcPr marT="91425" marB="91425" marR="91425" marL="91425"/>
                </a:tc>
                <a:tc>
                  <a:txBody>
                    <a:bodyPr/>
                    <a:lstStyle/>
                    <a:p>
                      <a:pPr indent="0" lvl="0" marL="0" rtl="0" algn="l">
                        <a:spcBef>
                          <a:spcPts val="0"/>
                        </a:spcBef>
                        <a:spcAft>
                          <a:spcPts val="0"/>
                        </a:spcAft>
                        <a:buNone/>
                      </a:pPr>
                      <a:r>
                        <a:rPr lang="en" sz="1200"/>
                        <a:t>Onboarding tour, Profiling dashboard live, QA pass (Leonardo + Andrea)</a:t>
                      </a:r>
                      <a:endParaRPr sz="1200"/>
                    </a:p>
                  </a:txBody>
                  <a:tcPr marT="91425" marB="91425" marR="91425" marL="91425"/>
                </a:tc>
                <a:tc>
                  <a:txBody>
                    <a:bodyPr/>
                    <a:lstStyle/>
                    <a:p>
                      <a:pPr indent="0" lvl="0" marL="0" rtl="0" algn="l">
                        <a:spcBef>
                          <a:spcPts val="0"/>
                        </a:spcBef>
                        <a:spcAft>
                          <a:spcPts val="0"/>
                        </a:spcAft>
                        <a:buNone/>
                      </a:pPr>
                      <a:r>
                        <a:rPr lang="en" sz="1200"/>
                        <a:t>Build complete</a:t>
                      </a:r>
                      <a:endParaRPr sz="12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8" name="Shape 558"/>
        <p:cNvGrpSpPr/>
        <p:nvPr/>
      </p:nvGrpSpPr>
      <p:grpSpPr>
        <a:xfrm>
          <a:off x="0" y="0"/>
          <a:ext cx="0" cy="0"/>
          <a:chOff x="0" y="0"/>
          <a:chExt cx="0" cy="0"/>
        </a:xfrm>
      </p:grpSpPr>
      <p:sp>
        <p:nvSpPr>
          <p:cNvPr id="559" name="Google Shape;559;p43"/>
          <p:cNvSpPr txBox="1"/>
          <p:nvPr>
            <p:ph type="title"/>
          </p:nvPr>
        </p:nvSpPr>
        <p:spPr>
          <a:xfrm>
            <a:off x="702900" y="301675"/>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Risks and Open Questions</a:t>
            </a:r>
            <a:endParaRPr/>
          </a:p>
        </p:txBody>
      </p:sp>
      <p:sp>
        <p:nvSpPr>
          <p:cNvPr id="560" name="Google Shape;560;p43"/>
          <p:cNvSpPr txBox="1"/>
          <p:nvPr>
            <p:ph idx="1" type="body"/>
          </p:nvPr>
        </p:nvSpPr>
        <p:spPr>
          <a:xfrm>
            <a:off x="702900" y="865200"/>
            <a:ext cx="7738200" cy="3413100"/>
          </a:xfrm>
          <a:prstGeom prst="rect">
            <a:avLst/>
          </a:prstGeom>
        </p:spPr>
        <p:txBody>
          <a:bodyPr anchorCtr="0" anchor="t" bIns="91425" lIns="91425" spcFirstLastPara="1" rIns="98800" wrap="square" tIns="91425">
            <a:noAutofit/>
          </a:bodyPr>
          <a:lstStyle/>
          <a:p>
            <a:pPr indent="0" lvl="0" marL="0" rtl="0" algn="l">
              <a:lnSpc>
                <a:spcPct val="100000"/>
              </a:lnSpc>
              <a:spcBef>
                <a:spcPts val="0"/>
              </a:spcBef>
              <a:spcAft>
                <a:spcPts val="0"/>
              </a:spcAft>
              <a:buNone/>
            </a:pPr>
            <a:r>
              <a:rPr lang="en"/>
              <a:t>Top 3 Risks</a:t>
            </a:r>
            <a:endParaRPr/>
          </a:p>
          <a:p>
            <a:pPr indent="0" lvl="0" marL="0" rtl="0" algn="l">
              <a:lnSpc>
                <a:spcPct val="100000"/>
              </a:lnSpc>
              <a:spcBef>
                <a:spcPts val="0"/>
              </a:spcBef>
              <a:spcAft>
                <a:spcPts val="0"/>
              </a:spcAft>
              <a:buNone/>
            </a:pPr>
            <a:r>
              <a:t/>
            </a:r>
            <a:endParaRPr/>
          </a:p>
          <a:p>
            <a:pPr indent="-304800" lvl="0" marL="457200" rtl="0" algn="l">
              <a:lnSpc>
                <a:spcPct val="100000"/>
              </a:lnSpc>
              <a:spcBef>
                <a:spcPts val="0"/>
              </a:spcBef>
              <a:spcAft>
                <a:spcPts val="0"/>
              </a:spcAft>
              <a:buSzPts val="1200"/>
              <a:buAutoNum type="arabicPeriod"/>
            </a:pPr>
            <a:r>
              <a:rPr lang="en"/>
              <a:t>Data Quality</a:t>
            </a:r>
            <a:endParaRPr/>
          </a:p>
          <a:p>
            <a:pPr indent="-304800" lvl="0" marL="457200" rtl="0" algn="l">
              <a:lnSpc>
                <a:spcPct val="100000"/>
              </a:lnSpc>
              <a:spcBef>
                <a:spcPts val="0"/>
              </a:spcBef>
              <a:spcAft>
                <a:spcPts val="0"/>
              </a:spcAft>
              <a:buSzPts val="1200"/>
              <a:buAutoNum type="arabicPeriod"/>
            </a:pPr>
            <a:r>
              <a:rPr lang="en"/>
              <a:t>Retrieval Relevance / Grounding</a:t>
            </a:r>
            <a:endParaRPr/>
          </a:p>
          <a:p>
            <a:pPr indent="-304800" lvl="0" marL="457200" rtl="0" algn="l">
              <a:lnSpc>
                <a:spcPct val="100000"/>
              </a:lnSpc>
              <a:spcBef>
                <a:spcPts val="0"/>
              </a:spcBef>
              <a:spcAft>
                <a:spcPts val="0"/>
              </a:spcAft>
              <a:buSzPts val="1200"/>
              <a:buAutoNum type="arabicPeriod"/>
            </a:pPr>
            <a:r>
              <a:rPr lang="en"/>
              <a:t>Deployment Constraints / Latency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n"/>
              <a:t>Questions for Instructor Feedback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1. Scope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Are optional features like PDF syllabus extraction or semantic prioritization appropriate for this project scope?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2. Dataset Assumptions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Is it acceptable to rely solely on user-generated events and small synthetic test datasets for evaluation?</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3. Evaluation Thresholds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Are our proposed metrics (precision@k, grounding checks, human rubric) sufficient, or should we include additional evaluation criteria?</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1" name="Shape 571"/>
        <p:cNvGrpSpPr/>
        <p:nvPr/>
      </p:nvGrpSpPr>
      <p:grpSpPr>
        <a:xfrm>
          <a:off x="0" y="0"/>
          <a:ext cx="0" cy="0"/>
          <a:chOff x="0" y="0"/>
          <a:chExt cx="0" cy="0"/>
        </a:xfrm>
      </p:grpSpPr>
      <p:sp>
        <p:nvSpPr>
          <p:cNvPr id="572" name="Google Shape;572;p45"/>
          <p:cNvSpPr txBox="1"/>
          <p:nvPr>
            <p:ph type="title"/>
          </p:nvPr>
        </p:nvSpPr>
        <p:spPr>
          <a:xfrm>
            <a:off x="702900" y="301675"/>
            <a:ext cx="7738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Next Steps</a:t>
            </a:r>
            <a:endParaRPr/>
          </a:p>
        </p:txBody>
      </p:sp>
      <p:sp>
        <p:nvSpPr>
          <p:cNvPr id="573" name="Google Shape;573;p45"/>
          <p:cNvSpPr txBox="1"/>
          <p:nvPr>
            <p:ph idx="1" type="body"/>
          </p:nvPr>
        </p:nvSpPr>
        <p:spPr>
          <a:xfrm>
            <a:off x="702900" y="1037525"/>
            <a:ext cx="7738200" cy="3413100"/>
          </a:xfrm>
          <a:prstGeom prst="rect">
            <a:avLst/>
          </a:prstGeom>
        </p:spPr>
        <p:txBody>
          <a:bodyPr anchorCtr="0" anchor="t" bIns="91425" lIns="91425" spcFirstLastPara="1" rIns="98800" wrap="square" tIns="91425">
            <a:noAutofit/>
          </a:bodyPr>
          <a:lstStyle/>
          <a:p>
            <a:pPr indent="0" lvl="0" marL="0" rtl="0" algn="l">
              <a:spcBef>
                <a:spcPts val="0"/>
              </a:spcBef>
              <a:spcAft>
                <a:spcPts val="0"/>
              </a:spcAft>
              <a:buNone/>
            </a:pPr>
            <a:r>
              <a:rPr lang="en"/>
              <a:t>What’s next after the MVP demo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1. Canvas / LMS Integration</a:t>
            </a:r>
            <a:endParaRPr/>
          </a:p>
          <a:p>
            <a:pPr indent="-304800" lvl="0" marL="457200" rtl="0" algn="l">
              <a:spcBef>
                <a:spcPts val="0"/>
              </a:spcBef>
              <a:spcAft>
                <a:spcPts val="0"/>
              </a:spcAft>
              <a:buSzPts val="1200"/>
              <a:buChar char="-"/>
            </a:pPr>
            <a:r>
              <a:rPr lang="en"/>
              <a:t>Auto-sync deadlines from Canvas so users don’t hand-enter anything</a:t>
            </a:r>
            <a:endParaRPr/>
          </a:p>
          <a:p>
            <a:pPr indent="-304800" lvl="0" marL="457200" rtl="0" algn="l">
              <a:spcBef>
                <a:spcPts val="0"/>
              </a:spcBef>
              <a:spcAft>
                <a:spcPts val="0"/>
              </a:spcAft>
              <a:buSzPts val="1200"/>
              <a:buChar char="-"/>
            </a:pPr>
            <a:r>
              <a:rPr lang="en"/>
              <a:t>Two-way sync: changes in the app push back to the LMS calendar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2. Multi-user Accounts</a:t>
            </a:r>
            <a:endParaRPr/>
          </a:p>
          <a:p>
            <a:pPr indent="-304800" lvl="0" marL="457200" rtl="0" algn="l">
              <a:spcBef>
                <a:spcPts val="0"/>
              </a:spcBef>
              <a:spcAft>
                <a:spcPts val="0"/>
              </a:spcAft>
              <a:buSzPts val="1200"/>
              <a:buChar char="-"/>
            </a:pPr>
            <a:r>
              <a:rPr lang="en"/>
              <a:t>Replace single-user JSON store with Postgres + auth (e.g., Clerk or Supabase)</a:t>
            </a:r>
            <a:endParaRPr/>
          </a:p>
          <a:p>
            <a:pPr indent="-304800" lvl="0" marL="457200" rtl="0" algn="l">
              <a:spcBef>
                <a:spcPts val="0"/>
              </a:spcBef>
              <a:spcAft>
                <a:spcPts val="0"/>
              </a:spcAft>
              <a:buSzPts val="1200"/>
              <a:buChar char="-"/>
            </a:pPr>
            <a:r>
              <a:rPr lang="en"/>
              <a:t>Per-user embedding stores; shared study groups with scoped RAG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3. Proactive Notifications</a:t>
            </a:r>
            <a:endParaRPr/>
          </a:p>
          <a:p>
            <a:pPr indent="-304800" lvl="0" marL="457200" rtl="0" algn="l">
              <a:spcBef>
                <a:spcPts val="0"/>
              </a:spcBef>
              <a:spcAft>
                <a:spcPts val="0"/>
              </a:spcAft>
              <a:buSzPts val="1200"/>
              <a:buChar char="-"/>
            </a:pPr>
            <a:r>
              <a:rPr lang="en"/>
              <a:t>Email / push digest: “Tomorrow looks heavy — here’s what to tackle tonight”</a:t>
            </a:r>
            <a:endParaRPr/>
          </a:p>
          <a:p>
            <a:pPr indent="-304800" lvl="0" marL="457200" rtl="0" algn="l">
              <a:spcBef>
                <a:spcPts val="0"/>
              </a:spcBef>
              <a:spcAft>
                <a:spcPts val="0"/>
              </a:spcAft>
              <a:buSzPts val="1200"/>
              <a:buChar char="-"/>
            </a:pPr>
            <a:r>
              <a:rPr lang="en"/>
              <a:t>Conflict banner triggers an SMS nudge when two assignments collide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 Expanded Evaluation</a:t>
            </a:r>
            <a:endParaRPr/>
          </a:p>
          <a:p>
            <a:pPr indent="-304800" lvl="0" marL="457200" rtl="0" algn="l">
              <a:spcBef>
                <a:spcPts val="0"/>
              </a:spcBef>
              <a:spcAft>
                <a:spcPts val="0"/>
              </a:spcAft>
              <a:buSzPts val="1200"/>
              <a:buChar char="-"/>
            </a:pPr>
            <a:r>
              <a:rPr lang="en"/>
              <a:t>Regression set of 100+ real syllabus queries, run nightly</a:t>
            </a:r>
            <a:endParaRPr/>
          </a:p>
          <a:p>
            <a:pPr indent="-304800" lvl="0" marL="457200" rtl="0" algn="l">
              <a:spcBef>
                <a:spcPts val="0"/>
              </a:spcBef>
              <a:spcAft>
                <a:spcPts val="0"/>
              </a:spcAft>
              <a:buSzPts val="1200"/>
              <a:buChar char="-"/>
            </a:pPr>
            <a:r>
              <a:rPr lang="en"/>
              <a:t>Profiling dashboard grows into a full model-vs-model A/B testing surface</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Calendar by Slidesgo">
  <a:themeElements>
    <a:clrScheme name="Simple Light">
      <a:dk1>
        <a:srgbClr val="000000"/>
      </a:dk1>
      <a:lt1>
        <a:srgbClr val="FFFFFF"/>
      </a:lt1>
      <a:dk2>
        <a:srgbClr val="78A5F8"/>
      </a:dk2>
      <a:lt2>
        <a:srgbClr val="FDBA3C"/>
      </a:lt2>
      <a:accent1>
        <a:srgbClr val="FADBCD"/>
      </a:accent1>
      <a:accent2>
        <a:srgbClr val="F8F5E0"/>
      </a:accent2>
      <a:accent3>
        <a:srgbClr val="006ECE"/>
      </a:accent3>
      <a:accent4>
        <a:srgbClr val="505050"/>
      </a:accent4>
      <a:accent5>
        <a:srgbClr val="FFFFFF"/>
      </a:accent5>
      <a:accent6>
        <a:srgbClr val="C3D6F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